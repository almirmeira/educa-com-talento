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031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METODOLOGIAS DE ENSINO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2: A História em Sala de Aula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Antiguidade à Idade Média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Fundamentos e Evolução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Viagem no Tempo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2743200"/>
            <a:ext cx="822960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Pré-História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468880" y="25603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Grécia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a.C.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0" y="25603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93192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d.C.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943600" y="25603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 Média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6928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500-1500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680960" y="25603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6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1088+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viagem de milhares de anos para entender de onde viemos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Educação nas Sociedades Primitivas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"Educação Difusa" — Émile Durkheim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45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Transmissão oral de conhecimentos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Aprendizagem contextualizada (caça, agricultura, rituais)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instituições formais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 como propriedade coletiva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Anciãos como guardiões do saber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Esse modelo ainda funciona! Aprender fazendo com alguém experiente é ancestral.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Grécia Antiga: Sócrates (469-399 a.C.)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 MAIÊUTICO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"Arte de partejar" — fazer o conhecimento nascer de dentro da pessoa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26517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08760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50876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Fingir ignorância para estimular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2103120"/>
            <a:ext cx="26517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3400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434340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REFUTAÇÃO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8328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 contradições no pensamento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2103120"/>
            <a:ext cx="265176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8040" y="22860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7178040" y="2377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MAIÊUTICA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1792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"Dar à luz" o conhecimento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metodologia sistematizada da história ocidental!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 e Aristóteles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 (428-348 a.C.)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ACADEMIA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Primeira instituição de ensino superior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Funcionou por quase 900 anos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Currículos estruturados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Educação pelo Estado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Dialética como método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ARISTÓTELES (384-322 a.C.)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LICEU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Método peripatético (caminhando)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Observação empírica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Lógica como fundamento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Importância do hábito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Desenvolver potencialidades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Roma: Quintiliano (35-95 d.C.)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EDUCADOR À FRENTE DE SEU TEMPO!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quase 2000 anos, Quintiliano já defendia: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68580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965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0116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a individualidade de cada aluno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2468880"/>
            <a:ext cx="68580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Castigos físicos são contraproducentes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3017520"/>
            <a:ext cx="68580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54480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jogo é um recurso didático válido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3566160"/>
            <a:ext cx="68580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Competição saudável motiva os estudantes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4114800"/>
            <a:ext cx="685800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54480" y="4206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afetuosa professor-aluno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 texto de pedagogo contemporâneo... mas é de 95 d.C.!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Idade Média (séculos V-XV)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foi a "Idade das Trevas"!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Igreja preservou o conhecimento clássico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SETE ARTES LIBERAIS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3931920" cy="1371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TRIVIUM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Gramática • Retórica • Dialética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3931920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QUADRIVIUM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Aritmética • Geometria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Astronomia • Música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currículo dominou a educação europeia por ~1000 anos!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Surgimento das Universidades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Bolonha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1088 - Itália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~1150 - França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18872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1645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1167 - Inglaterra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28600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Cambridge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1209 - Inglaterra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228600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Salamanca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9184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1218 - Espanha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26480" y="2286000"/>
            <a:ext cx="26517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Coimbra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648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1290 - Portugal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ESCOLÁSTICO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Lectio → Quaestio → Disputatio → Determinatio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aula expositiva de hoje vem da "lectio" medieval!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 com a História?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47472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Socrático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3192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Metodologias Ativas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Quintiliano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0" y="2103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Individualização e Ludicidade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347472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Lectio Medieval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31920" y="2926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754880" y="283464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Expositiva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3657600"/>
            <a:ext cx="3474720" cy="6400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 séc. XII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3192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754880" y="3657600"/>
            <a:ext cx="393192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Acadêmica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que foi construído pode ser reconstruído."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9144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 Educacional Comentada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Visual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uma linha do tempo com os períodos estudados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743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Reflexiva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9728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permanece? O que foi superado?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Prática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9728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 insight antigo pode inspirar sua prática?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371600" y="4480560"/>
            <a:ext cx="594360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2" name="Text 19"/>
          <p:cNvSpPr/>
          <p:nvPr/>
        </p:nvSpPr>
        <p:spPr>
          <a:xfrm>
            <a:off x="1371600" y="4526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Submeta no Moodle!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Educação primitiva era difusa, vivencial e integrada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Sócrates criou o método maiêutico (perguntas)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Platão fundou a Academia, Aristóteles o Liceu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Quintiliano defendia individualização há 2000 anos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 Idade Média preservou e organizou o conhecimento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 universidades criaram o método escolástico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663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"Um povo que não conhece sua história está condenado a repeti-la." — Edmund Burke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História em Sala de Aula — Da Antiguidade à Idade Média</dc:title>
  <dc:subject>Metodologias de Ensino - Aula 2</dc:subject>
  <dc:creator>Educa com Talento</dc:creator>
  <cp:lastModifiedBy>Educa com Talento</cp:lastModifiedBy>
  <cp:revision>1</cp:revision>
  <dcterms:created xsi:type="dcterms:W3CDTF">2025-12-18T18:56:54Z</dcterms:created>
  <dcterms:modified xsi:type="dcterms:W3CDTF">2025-12-18T18:56:54Z</dcterms:modified>
</cp:coreProperties>
</file>