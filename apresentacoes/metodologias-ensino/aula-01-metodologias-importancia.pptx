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METODOLOGIAS DE ENSINO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1: O Que São e Por Que Importam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Fundamentos e Evolução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metodologia de ensino diferenciando-a de método, técnica e estratégia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como as escolhas metodológicas impactam o engajamento e os resultados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2004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Relacionar o perfil do aluno do século XXI com as práticas pedagógicas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criticamente a própria prática docente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52120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5212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aspectos da prática que podem ser aprimorados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Metodologia de Ensino?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ensino é o conjunto de procedimentos, técnicas e estratégias que o educador utiliza para facilitar o processo de ensino-aprendizagem.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José Carlos Libâneo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PONTE ENTRE ENSINAR E APRENDER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228600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EDUCACIONAIS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3383280" y="3657600"/>
            <a:ext cx="2286000" cy="10972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6309360" y="3657600"/>
            <a:ext cx="2286000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Método, Técnica e Estratégia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organizado e sistemático para atingir um objetivo educacional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Expositivo, ativo, socrático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9184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 específico dentro de um método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Debate, brainstorming, estudo de caso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 que articula métodos e técnicas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Plano completo de uma aula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Neurociência e Escolha Metodológica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Medina (MIT) - "Brain Rules"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cérebro processa informações melhor com engajamento ativo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Repetição espaçada e multimodal aumenta retenção em até 65%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Estresse negativo bloqueia consolidação de memórias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+65% de retenção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20040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metodologias que combinam engajamento ativo + repetição espaçada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do Século XXI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Nativo Digital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Nasceu imerso na tecnologia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Fragmentada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8 segundos de foco inicial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Aprendizagem Social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melhor por descoberta e colaboração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301752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Relevância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saber "Para que eu preciso disso?"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Pedagogia de Paulo Freire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Bancária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Professor "deposita" conhecimento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Aluno passivo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Memorização e repetição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Dialógica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Diálogo horizontal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Aluno protagonista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Construção do conhecimento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Pilares Freirianos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201168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Dialogicidade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51760" y="3566160"/>
            <a:ext cx="201168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6" name="Text 13"/>
          <p:cNvSpPr/>
          <p:nvPr/>
        </p:nvSpPr>
        <p:spPr>
          <a:xfrm>
            <a:off x="26517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Problematização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566160"/>
            <a:ext cx="201168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Práxis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3566160"/>
            <a:ext cx="201168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Conscientização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Reflexão sobre a Prática Docente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Autobiografia Metodológica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da Prática Atual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023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Desenvolvimento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atividade no Moodle!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Metodologia é a ponte entre ensinar e aprender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Método, técnica e estratégia são conceitos distintos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 aluno do século XXI demanda práticas atualizadas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Paulo Freire: dialogicidade, problematização, práxis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Nossas escolhas metodológicas impactam os resultados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"Ensinar não é transferir conhecimento, mas criar as possibilidades para a sua própria produção."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Paulo Freire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São e Por Que Importam as Metodologias de Ensino</dc:title>
  <dc:subject>Metodologias de Ensino - Aula 1</dc:subject>
  <dc:creator>Educa com Talento</dc:creator>
  <cp:lastModifiedBy>Educa com Talento</cp:lastModifiedBy>
  <cp:revision>1</cp:revision>
  <dcterms:created xsi:type="dcterms:W3CDTF">2025-12-18T18:20:36Z</dcterms:created>
  <dcterms:modified xsi:type="dcterms:W3CDTF">2025-12-18T18:20:36Z</dcterms:modified>
</cp:coreProperties>
</file>