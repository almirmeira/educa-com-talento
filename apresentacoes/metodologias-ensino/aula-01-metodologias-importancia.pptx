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67E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3" name="Shape 1"/>
          <p:cNvSpPr/>
          <p:nvPr/>
        </p:nvSpPr>
        <p:spPr>
          <a:xfrm>
            <a:off x="6089904" y="0"/>
            <a:ext cx="6099048" cy="6858000"/>
          </a:xfrm>
          <a:prstGeom prst="rect">
            <a:avLst/>
          </a:prstGeom>
          <a:solidFill>
            <a:srgbClr val="764BA2"/>
          </a:solidFill>
          <a:ln/>
        </p:spPr>
      </p:sp>
      <p:pic>
        <p:nvPicPr>
          <p:cNvPr id="4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91440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METODOLOGIAS DE ENSINO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1: O Que São e Por Que Importam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Fundamentos e Evolução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62179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Aprendizagem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11274552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600200"/>
            <a:ext cx="640080" cy="6400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9164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6304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CONCEITUAL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6304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metodologia de ensino diferenciando-a de método, técnica e estratégia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468880"/>
            <a:ext cx="11274552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606040"/>
            <a:ext cx="640080" cy="6400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269748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463040" y="2560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ANALÍTICO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463040" y="2926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Analisar como as escolhas metodológicas impactam o engajamento e os resultados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474720"/>
            <a:ext cx="11274552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3611880"/>
            <a:ext cx="640080" cy="6400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370332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463040" y="3566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63040" y="3931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Relacionar o perfil do aluno do século XXI com as práticas pedagógicas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4480560"/>
            <a:ext cx="11274552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4617720"/>
            <a:ext cx="640080" cy="6400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709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463040" y="4572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46304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Avaliar criticamente a própria prática docente à luz dos fundamentos teóricos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5486400"/>
            <a:ext cx="11274552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40080" y="5623560"/>
            <a:ext cx="640080" cy="6400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57150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463040" y="55778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PROPOSITIVO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1463040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aspectos da prática que podem ser aprimorados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Metodologia de Ensino?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E8F4F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46304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de ensino é o conjunto de procedimentos, técnicas e estratégias que o educador utiliza para facilitar o processo de ensino-aprendizagem.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José Carlos Libâneo (2013)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4747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PONTE ENTRE ENSINAR E APRENDER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371600" y="4114800"/>
            <a:ext cx="2743200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1371600" y="4389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EDUCACIONAIS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18304" y="4114800"/>
            <a:ext cx="2743200" cy="13716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2" name="Text 9"/>
          <p:cNvSpPr/>
          <p:nvPr/>
        </p:nvSpPr>
        <p:spPr>
          <a:xfrm>
            <a:off x="4718304" y="4389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074152" y="4114800"/>
            <a:ext cx="2743200" cy="1371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4" name="Text 11"/>
          <p:cNvSpPr/>
          <p:nvPr/>
        </p:nvSpPr>
        <p:spPr>
          <a:xfrm>
            <a:off x="8074152" y="4389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DE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APRENDIZAGEM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114800" y="4389120"/>
            <a:ext cx="64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7461504" y="4389120"/>
            <a:ext cx="64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| Metodologias de Ensino | Educa com Talento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Método, Técnica e Estratégia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65760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🛤️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45720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Caminho organizado e sistemático para atingir um objetivo educacional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4389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Ex: Método expositivo, método ativo, método socrático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65760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297680" y="15544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429768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480560" y="310896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Procedimento específico dentro de um método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80560" y="4389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Ex: Debate, tempestade de ideias, estudo de caso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155448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4800" dirty="0"/>
          </a:p>
        </p:txBody>
      </p:sp>
      <p:sp>
        <p:nvSpPr>
          <p:cNvPr id="17" name="Text 14"/>
          <p:cNvSpPr/>
          <p:nvPr/>
        </p:nvSpPr>
        <p:spPr>
          <a:xfrm>
            <a:off x="8138160" y="25603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321040" y="310896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ação mais amplo que articula métodos e técnicas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1040" y="4389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Ex: Plano completo de aula combinando múltiplos recursos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Analogia: Se você está viajando, o MÉTODO é o meio de transporte (carro, avião), a TÉCNICA são as manobras específicas, e a ESTRATÉGIA é o plano completo da viagem.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Neurociência e a Escolha Metodológica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32004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Medina (MIT) - "Brain Rules"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20040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57600" y="21031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cérebro processa informações de forma mais eficiente quando há engajamento ativo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657600" y="28346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repetição espaçada e multimodal aumenta a retenção em até 65%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004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657600" y="35661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estresse negativo bloqueia a consolidação de memórias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572000"/>
            <a:ext cx="11274552" cy="13716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66344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+65%</a:t>
            </a:r>
            <a:endParaRPr lang="en-US" sz="4800" dirty="0"/>
          </a:p>
        </p:txBody>
      </p:sp>
      <p:sp>
        <p:nvSpPr>
          <p:cNvPr id="15" name="Text 12"/>
          <p:cNvSpPr/>
          <p:nvPr/>
        </p:nvSpPr>
        <p:spPr>
          <a:xfrm>
            <a:off x="4114800" y="4846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retenção com metodologias que combinam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engajamento ativo + repetição espaçada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Aluno do Século XXI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5669280" cy="201168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6459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1737360" y="1645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Nativo Digital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2194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Nasceu imerso na tecnologia, mas nem sempre é letrado digitalmente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669280" cy="201168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16459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589520" y="1645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Fragmentada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0" y="2194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de 8 segundos de foco inicial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3657600"/>
            <a:ext cx="5669280" cy="201168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9319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🤝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173736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Aprendizagem Social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737360" y="4480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 melhor por descoberta e colaboração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309360" y="3657600"/>
            <a:ext cx="5669280" cy="2011680"/>
          </a:xfrm>
          <a:prstGeom prst="rect">
            <a:avLst/>
          </a:prstGeom>
          <a:solidFill>
            <a:srgbClr val="F5F5F5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39319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758952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 Relevância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89520" y="448056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saber "Para que eu preciso disso?"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" y="56692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"Os nativos digitais foram treinados para estímulos rápidos. As metodologias tradicionais foram desenhadas para cérebros analógicos."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Marc Prensky, 2001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Pedagogia de Paulo Freire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Bancária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1828800"/>
            <a:ext cx="5394960" cy="18288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92024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Professor "deposita" conhecimento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Aluno passivo recebe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Memorização e repetição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Monólogo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632704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Dialógica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92024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Diálogo horizontal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Aluno como protagonista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Construção do conhecimento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Transformação da realidade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39319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Pilares Freirianos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4480560"/>
            <a:ext cx="2743200" cy="16459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663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Dialogicidade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51206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como comunicação horizontal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383280" y="4480560"/>
            <a:ext cx="2743200" cy="16459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4"/>
          <p:cNvSpPr/>
          <p:nvPr/>
        </p:nvSpPr>
        <p:spPr>
          <a:xfrm>
            <a:off x="3383280" y="4663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Problematização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74720" y="51206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da realidade do aluno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309360" y="4480560"/>
            <a:ext cx="2743200" cy="16459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0" name="Text 17"/>
          <p:cNvSpPr/>
          <p:nvPr/>
        </p:nvSpPr>
        <p:spPr>
          <a:xfrm>
            <a:off x="6309360" y="4663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Práxis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51206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 teoria-prática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235440" y="4480560"/>
            <a:ext cx="2743200" cy="16459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3" name="Text 20"/>
          <p:cNvSpPr/>
          <p:nvPr/>
        </p:nvSpPr>
        <p:spPr>
          <a:xfrm>
            <a:off x="9235440" y="4663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Conscientização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326880" y="512064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transforma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Teóricas Fundamentais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1274552" cy="5486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00400" y="1417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772400" y="141732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11274552" cy="7772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21031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🇺🇸 John Dewey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00400" y="2103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Democracia e Educação (1916)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0" y="210312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Aprendizagem pela experiência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697480"/>
            <a:ext cx="1127455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880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🇧🇷 Paulo Freire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200400" y="2880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Pedagogia do Oprimido (1968)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0" y="288036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Educação dialógica e crítica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474720"/>
            <a:ext cx="11274552" cy="7772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36576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🇨🇭 Philippe Perrenoud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200400" y="3657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Novas Competências (2000)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72400" y="365760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Competências docentes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4251960"/>
            <a:ext cx="1127455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44348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🇫🇷 Edgar Morin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20040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Sete Saberes (2000)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772400" y="443484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Pensamento complexo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5029200"/>
            <a:ext cx="11274552" cy="7772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52120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🇪🇸 Antoni Zabala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200400" y="5212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Prática Educativa (1998)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772400" y="521208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Sequências didáticas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5806440"/>
            <a:ext cx="1127455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598932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🇧🇷 José Carlos Libâneo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3200400" y="5989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Didática (2013)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772400" y="5989320"/>
            <a:ext cx="3959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de ensino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2C55E"/>
          </a:solidFill>
          <a:ln/>
        </p:spPr>
      </p:sp>
      <p:pic>
        <p:nvPicPr>
          <p:cNvPr id="3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91440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2743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Reflexão sobre a Prática Docente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2103120"/>
            <a:ext cx="731520" cy="73152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22402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554480" y="2103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Autobiografia Metodológica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0" y="2103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20 min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554480" y="25603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você aprendeu a ensinar? Quais professores te influenciaram?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383280"/>
            <a:ext cx="731520" cy="73152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5204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554480" y="33832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da Prática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1440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25 min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554480" y="384048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Autoavaliação: frequência de uso de diferentes técnicas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663440"/>
            <a:ext cx="731520" cy="73152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800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554480" y="46634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Desenvolvimento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14400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15 min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54480" y="5120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fortes, oportunidades de melhoria e uma meta concreta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1828800" y="5669280"/>
            <a:ext cx="8531352" cy="7315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22" name="Text 19"/>
          <p:cNvSpPr/>
          <p:nvPr/>
        </p:nvSpPr>
        <p:spPr>
          <a:xfrm>
            <a:off x="1828800" y="576072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a atividade no Moodle antes da próxima aula!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67E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lmirmeira/educa-com-talento-repo/cursos/foco-produtividade/certificado/logo-transpar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"/>
            <a:ext cx="9144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da Aula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371600" y="228600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Metodologia é a ponte entre ensinar e aprender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371600" y="292608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Método, técnica e estratégia são conceitos distintos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371600" y="356616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O aluno do século XXI demanda práticas atualizadas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71600" y="420624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Paulo Freire: dialogicidade, problematização, práxis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484632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Nossas escolhas metodológicas impactam os resultados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14400" y="5303520"/>
            <a:ext cx="10360152" cy="10972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53949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"Ensinar não é transferir conhecimento, mas criar as possibilidades para a sua própria produção ou construção."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Paulo Freire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Aula: A História da Educação - Da Antiguidade à Idade Média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 Que São e Por Que Importam as Metodologias de Ensino</dc:title>
  <dc:subject>Metodologias de Ensino - Aula 1</dc:subject>
  <dc:creator>Educa com Talento</dc:creator>
  <cp:lastModifiedBy>Educa com Talento</cp:lastModifiedBy>
  <cp:revision>1</cp:revision>
  <dcterms:created xsi:type="dcterms:W3CDTF">2025-12-18T18:06:38Z</dcterms:created>
  <dcterms:modified xsi:type="dcterms:W3CDTF">2025-12-18T18:06:38Z</dcterms:modified>
</cp:coreProperties>
</file>