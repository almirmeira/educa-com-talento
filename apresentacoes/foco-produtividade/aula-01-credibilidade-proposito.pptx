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9904" y="0"/>
            <a:ext cx="6099048" cy="6858000"/>
          </a:xfrm>
          <a:prstGeom prst="rect">
            <a:avLst/>
          </a:prstGeom>
          <a:solidFill>
            <a:srgbClr val="16213E"/>
          </a:solidFill>
          <a:ln/>
        </p:spPr>
      </p:sp>
      <p:pic>
        <p:nvPicPr>
          <p:cNvPr id="3" name="Image 0" descr="/home/almirmeira/educa-com-talento-repo/cursos/foco-produtividade/certificado/logo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91440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38328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ESTUDOS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1: Credibilidade, Propósito e o Caminho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4846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e Hiperprodutividade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/home/almirmeira/educa-com-talento-repo/cursos/foco-produtividade/certificado/logo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9144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este curso existe?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🌊</a:t>
            </a:r>
            <a:endParaRPr lang="en-US" sz="7000" dirty="0"/>
          </a:p>
        </p:txBody>
      </p:sp>
      <p:sp>
        <p:nvSpPr>
          <p:cNvPr id="6" name="Text 3"/>
          <p:cNvSpPr/>
          <p:nvPr/>
        </p:nvSpPr>
        <p:spPr>
          <a:xfrm>
            <a:off x="2286000" y="1554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ERA DA DISTRAÇÃO INFINITA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286000" y="2194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Vivemos em uma época onde temos mais acesso à informação do que qualquer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anterior, mas paradoxalmente, nunca foi tão difícil manter o foco.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"vilões" da sua atenção: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657600"/>
            <a:ext cx="2011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Notificações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08960" y="3657600"/>
            <a:ext cx="2011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📲 Redes Sociais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303520" y="3657600"/>
            <a:ext cx="2011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Mensagens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498080" y="3657600"/>
            <a:ext cx="2011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E-mails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692640" y="3657600"/>
            <a:ext cx="201168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0" y="38404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Alertas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14400" y="4846320"/>
            <a:ext cx="10360152" cy="13716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 PROMESSA DESTE CURSO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método completo, baseado em ciência, para você reprogramar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mente e alcançar níveis de foco que você talvez nem acredite serem possíveis.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/home/almirmeira/educa-com-talento-repo/cursos/foco-produtividade/certificado/logo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9144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Credibilidade do Método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BASE CIENTÍFICA SÓLIDA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Neurociência + Psicologia Cognitiva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377440"/>
            <a:ext cx="347472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Bailey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"Hiperfoco"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Anos pesquisando produtividade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0" y="2377440"/>
            <a:ext cx="347472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57200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 Newport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"Deep Work"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 de Georgetown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412480" y="2377440"/>
            <a:ext cx="3474720" cy="2286000"/>
          </a:xfrm>
          <a:prstGeom prst="rect">
            <a:avLst/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12480" y="25603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3600" dirty="0"/>
          </a:p>
        </p:txBody>
      </p:sp>
      <p:sp>
        <p:nvSpPr>
          <p:cNvPr id="19" name="Text 16"/>
          <p:cNvSpPr/>
          <p:nvPr/>
        </p:nvSpPr>
        <p:spPr>
          <a:xfrm>
            <a:off x="8412480" y="32004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Scott Young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412480" y="3611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"Ultra-Aprendizado"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41248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em 1 ano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14400" y="4937760"/>
            <a:ext cx="10360152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" y="50292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RESULTADOS COMPROVADOS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9728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Melhora na concentração • Aumento na retenção • Mais resultados em menos tempo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/home/almirmeira/educa-com-talento-repo/cursos/foco-produtividade/certificado/logo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9144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Propósito Pessoal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você está aqui?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Talvez você...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86000" y="347472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Está se preparando para um concurso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0" y="402336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Quer render mais na faculdade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286000" y="457200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Passa mais tempo procrastinando do que estudando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QUAL É O SEU VERDADEIRO "PORQUÊ"?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97280" y="5577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 "porquê" profundo vai ser seu combustível nos momentos difíceis.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você tem clareza do seu propósito, atravessar obstáculos se torna possível.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/home/almirmeira/educa-com-talento-repo/cursos/foco-produtividade/certificado/logo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9144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que Vamos Percorrer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AULAS • 2 MÓDULOS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54864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Hiperfoco 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Hiperprodutividade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40080" y="4023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Estados de concentração profunda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Eliminar distrações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Rituais de foco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Maximizar tempo de estudo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011680"/>
            <a:ext cx="5486400" cy="2743200"/>
          </a:xfrm>
          <a:prstGeom prst="rect">
            <a:avLst/>
          </a:prstGeom>
          <a:solidFill>
            <a:srgbClr val="16213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26517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Disperso 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Maestria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21792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6400800" y="4023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Modo de pensamento relaxado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Criatividade e insights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Consolidação da memória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Alternar entre modos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371600" y="5029200"/>
            <a:ext cx="9445752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51206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IMPORTANTE: Cada aula tem uma atividade prática. Não pule!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54480" y="55778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conhecimento sem aplicação é apenas informação. A transformação acontece quando você pratica.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" name="Image 0" descr="/home/almirmeira/educa-com-talento-repo/cursos/foco-produtividade/certificado/logo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91440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Mapeamento do Ponto de Partida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11274552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24028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Reflexão do Propósito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0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10 min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645920" y="2651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seu "porquê" profundo e 3 objetivos específicos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3383280"/>
            <a:ext cx="11274552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1188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749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4592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Atual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60120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10 min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645920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Avalie sua capacidade de foco (1-10) e seus maiores "ladrões de atenção"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754880"/>
            <a:ext cx="11274552" cy="1188720"/>
          </a:xfrm>
          <a:prstGeom prst="rect">
            <a:avLst/>
          </a:prstGeom>
          <a:solidFill>
            <a:srgbClr val="16213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1520" y="498348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5120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45920" y="4937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Compromisso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601200" y="4937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5 min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645920" y="53949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Escreva um compromisso consigo mesmo e defina horário fixo para o curso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1828800" y="5760720"/>
            <a:ext cx="8531352" cy="7315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5" name="Text 22"/>
          <p:cNvSpPr/>
          <p:nvPr/>
        </p:nvSpPr>
        <p:spPr>
          <a:xfrm>
            <a:off x="1828800" y="585216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Submeta suas respostas no Moodle!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3" name="Image 0" descr="/home/almirmeira/educa-com-talento-repo/cursos/foco-produtividade/certificado/logo-transpar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91440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da Aula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210312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 problema da distração é real, mas tem solução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 método deste curso é baseado em ciência comprovada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56616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Seu propósito pessoal é fundamental para o sucesso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297680"/>
            <a:ext cx="94457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São 30 aulas em 2 módulos: Hiperfoco e Foco Disperso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4754880"/>
            <a:ext cx="10360152" cy="1188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48463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jornada de mil milhas começa com um único passo.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acabou de dar o seu."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Hiperfoco e Hiperprodutividade - Definindo os Conceitos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Credibilidade, Propósito e o Caminho</dc:title>
  <dc:subject>Foco e Produtividade nos Estudos - Aula 1</dc:subject>
  <dc:creator>Educa com Talento</dc:creator>
  <cp:lastModifiedBy>Educa com Talento</cp:lastModifiedBy>
  <cp:revision>1</cp:revision>
  <dcterms:created xsi:type="dcterms:W3CDTF">2025-12-18T18:08:23Z</dcterms:created>
  <dcterms:modified xsi:type="dcterms:W3CDTF">2025-12-18T18:08:23Z</dcterms:modified>
</cp:coreProperties>
</file>