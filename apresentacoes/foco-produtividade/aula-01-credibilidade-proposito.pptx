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91440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2860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30175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ESTUDOS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1: Credibilidade, Propósito e o Caminho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e Hiperprodutividade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este curso existe?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ERA DA DISTRAÇÃO INFINITA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Vivemos em uma época onde temos mais acesso à informação do que qualquer geração anterior, mas paradoxalmente, nunca foi tão difícil manter o foco.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"vilões" da sua atenção: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3108960"/>
            <a:ext cx="2011680" cy="64008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200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Notificações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3108960"/>
            <a:ext cx="2011680" cy="64008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06040" y="3200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Sociais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3108960"/>
            <a:ext cx="2011680" cy="64008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54880" y="3200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903720" y="3108960"/>
            <a:ext cx="2011680" cy="640080"/>
          </a:xfrm>
          <a:prstGeom prst="rect">
            <a:avLst/>
          </a:prstGeom>
          <a:solidFill>
            <a:srgbClr val="16213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03720" y="3200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41148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PROMESSA: Um método completo, baseado em ciência, para reprogramar sua mente e alcançar níveis de foco extraordinários.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Credibilidade do Método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CIENTÍFICA: Neurociência + Psicologia Cognitiva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2743200" cy="1645920"/>
          </a:xfrm>
          <a:prstGeom prst="rect">
            <a:avLst/>
          </a:prstGeom>
          <a:solidFill>
            <a:srgbClr val="16213E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Bailey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377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"Hiperfoco"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37560" y="1737360"/>
            <a:ext cx="2743200" cy="1645920"/>
          </a:xfrm>
          <a:prstGeom prst="rect">
            <a:avLst/>
          </a:prstGeom>
          <a:solidFill>
            <a:srgbClr val="16213E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3756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 Newport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337560" y="2377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"Deep Work"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1737360"/>
            <a:ext cx="2743200" cy="1645920"/>
          </a:xfrm>
          <a:prstGeom prst="rect">
            <a:avLst/>
          </a:prstGeom>
          <a:solidFill>
            <a:srgbClr val="16213E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Scott Young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"Ultra-Aprendizado"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RESULTADOS: Melhora na concentração • Aumento na retenção • Mais resultados em menos tempo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Propósito Pessoal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você está aqui?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Talvez você...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2560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Está se preparando para um concurso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Quer render mais na faculdade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Passa mais tempo procrastinando do que estudando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O SEU VERDADEIRO "PORQUÊ"?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"porquê" vai ser seu combustível nos momentos difíceis.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que Vamos Percorrer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AULAS • 2 MÓDULOS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3931920" cy="2103120"/>
          </a:xfrm>
          <a:prstGeom prst="rect">
            <a:avLst/>
          </a:prstGeom>
          <a:solidFill>
            <a:srgbClr val="16213E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219456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Hiperprodutividade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30175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 de concentração profunda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distrações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de foco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737360"/>
            <a:ext cx="3931920" cy="2103120"/>
          </a:xfrm>
          <a:prstGeom prst="rect">
            <a:avLst/>
          </a:prstGeom>
          <a:solidFill>
            <a:srgbClr val="16213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8288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754880" y="219456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Disperso 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Maestria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846320" y="30175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Pensamento relaxado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Criatividade e insights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da memória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14400" y="4114800"/>
            <a:ext cx="7315200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206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IMPORTANTE: Cada aula tem uma atividade prática. Não pule!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do Ponto de Partida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8229600" cy="777240"/>
          </a:xfrm>
          <a:prstGeom prst="rect">
            <a:avLst/>
          </a:prstGeom>
          <a:solidFill>
            <a:srgbClr val="16213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8016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Reflexão do Propósito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0" y="1874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651760"/>
            <a:ext cx="8229600" cy="777240"/>
          </a:xfrm>
          <a:prstGeom prst="rect">
            <a:avLst/>
          </a:prstGeom>
          <a:solidFill>
            <a:srgbClr val="16213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7889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80160" y="2788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Atual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0" y="2788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566160"/>
            <a:ext cx="8229600" cy="777240"/>
          </a:xfrm>
          <a:prstGeom prst="rect">
            <a:avLst/>
          </a:prstGeom>
          <a:solidFill>
            <a:srgbClr val="16213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28016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3703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828800" y="4480560"/>
            <a:ext cx="5486400" cy="4572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2" name="Text 19"/>
          <p:cNvSpPr/>
          <p:nvPr/>
        </p:nvSpPr>
        <p:spPr>
          <a:xfrm>
            <a:off x="1828800" y="4526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Submeta suas respostas no Moodle!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da Aula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 problema da distração é real, mas tem solução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 método é baseado em ciência comprovada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Seu propósito pessoal é fundamental para o sucesso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São 30 aulas em 2 módulos: Hiperfoco e Foco Disperso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jornada de mil milhas começa com um único passo. Você acabou de dar o seu."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Credibilidade, Propósito e o Caminho</dc:title>
  <dc:subject>Foco e Produtividade - Aula 1</dc:subject>
  <dc:creator>Educa com Talento</dc:creator>
  <cp:lastModifiedBy>Educa com Talento</cp:lastModifiedBy>
  <cp:revision>1</cp:revision>
  <dcterms:created xsi:type="dcterms:W3CDTF">2025-12-18T18:20:36Z</dcterms:created>
  <dcterms:modified xsi:type="dcterms:W3CDTF">2025-12-18T18:20:36Z</dcterms:modified>
</cp:coreProperties>
</file>