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Memorização e Retenção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como a memória funciona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 de codificação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sistema de retenção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Memória Funciona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vs. longo prazo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 de consolidação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Curva do esquecimento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Codificação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Elaboração (conectar)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Visualização (imagens)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(mnemônicos)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Chunking (agrupar)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Retenção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Repetição espaçada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recall (testar)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Interleaving (misturar)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Ensinar para aprender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Sistema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Flashcards (Anki)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Ciclos de revisão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Codificação: elaboração, visualização, chunking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Retenção: espaçamento, recall, interleaving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Sistema: estudo → flashcards → revisão → ensino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Memorização é técnica, não dom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Memorização: Escolher tópico + criar 10 flashcards + praticar recall + revisar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10 -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memória não é um gravador. É um músculo. Treine-a."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10: Técnicas de Memorização e Retenção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