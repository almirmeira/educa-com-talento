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Atenção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10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de Memorização e Retenção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como memória funciona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técnicas de codificação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sistema de retenção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Memória Funciona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vs. longo prazo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 de consolidação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Curva do esquecimento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Codificação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Elaboração (conectar)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Visualização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Mnemônicos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Chunking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Retenção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Repetição espaçada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recall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Interleaving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Ensinar para aprender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 Sistema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Flashcards (Anki)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 mentais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Ciclos de revisão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Codificação: elaborar, visualizar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Retenção: espaçar, testar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Sistema: estudo → flashcards → revisão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Memorização é técnica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Memorização: 10 flashcards + recall + revisar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10 -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memória é um músculo. Treine-a."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10: Técnicas de Memorização e Retenção</dc:title>
  <dc:subject>Foco e Produtividade nos Estudos</dc:subject>
  <dc:creator>Educa com Talento</dc:creator>
  <cp:lastModifiedBy>Educa com Talento</cp:lastModifiedBy>
  <cp:revision>1</cp:revision>
  <dcterms:created xsi:type="dcterms:W3CDTF">2025-12-18T19:58:58Z</dcterms:created>
  <dcterms:modified xsi:type="dcterms:W3CDTF">2025-12-18T19:58:58Z</dcterms:modified>
</cp:coreProperties>
</file>