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que adianta ter foco total se, uma semana depois, você não lembra de nada do que estudou?
Essa é a realidade de muita gente. Horas de estudo que evaporam. A sensação de que o cérebro é um balde furado. Mas não precisa ser assim.
Hoje você vai aprender as técnicas mais eficazes, baseadas em ciência, para memorizar e reter o que estuda.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Nesta aula, você vai aprender os conceitos principais apresentados nos objetivos. De que adianta ter foco total se, uma semana depois, você não lembra de nada do que estudou?
Essa é a realidade de muita gente. Horas de estudo que evaporam. A sensação de que o cérebro é um balde fu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 memória funciona
Você tem dois tipos principais de memória:
Memória de trabalho: Limitada, temporária. É onde você processa informação no momento. Dura segundos a minutos.
Memória de longo prazo: Ilimitada, permanente (teoricamente). É onde o conhecimento duradouro fica.
O desafio é transferir informação da memória de trabalho para a de longo prazo. Isso se chama consolidação.
A Curva do Esquecimento de Ebbinghaus mostra que, sem revisão, esquecemos cerca de 70% do que aprendemos em 24 horas. Parece terrível, mas a boa notícia é que revisões estratégicas podem praticamente eliminar esse esquecimento.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Técnicas de codificação
Elaboração: Não apenas leia - conecte com o que você já sabe. "Isso me lembra de..." "Isso é similar a..." Quanto mais conexões, mais forte a memória.
Visualização: Crie imagens mentais vívidas. O cérebro memoriza imagens muito melhor que texto abstrato.
Associação (Mnemônicos): Técnicas como acrônimos (PEMDAS), histórias, método dos loci (palácio da memória).
Chunking: Agrupe informações relacionadas. Em vez de 10 itens soltos, 3 grupos de 3-4 itens.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Técnicas de retenção
Repetição Espaçada: Revise em intervalos crescentes: 1 dia, 3 dias, 7 dias, 14 dias, 30 dias. Apps como Anki automatizam isso.
Prática de Recuperação (Active Recall): Não releia - tente lembrar. Feche o livro e escreva o que sabe. A dificuldade de lembrar fortalece a memória.
Interleaving: Misture assuntos em vez de estudar em blocos. Parece mais difícil, mas a retenção é muito maior.
Ensinar para Aprender: Explique o conceito para alguém (ou para você mesmo). Se não consegue explicar de forma simples, não entendeu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Criando seu sistema
Monte um sistema prático:
1. Durante o estudo: Use elaboração, visualização, chunking
2. Logo após: Faça active recall - escreva o que lembra sem olhar
3. Crie flashcards: Use Anki ou similar para repetição espaçada
4. Revisões programadas: Siga o algoritmo de espaçamento
5. Periodicamente: Ensine o conteúdo a alguém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dos pontos principais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infográfico resume visualmente os principais conceitos da aula. Use-o para reforçar o aprendizado.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da prática! 1. Escolha um tópico que precisa memorizar
2. Aplique as técnicas:
   - Elabore (conecte com conhecimento prévio)
   - Crie visualizações
   - Use chunking
3. Crie 10 flashcards no Anki ou similar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Memorização não é dom - é técnica. Com as estratégias certas, você pode lembrar muito mais do que estuda.
Com isso, fechamos o Bloco Atenção! Você agora sabe proteger seu espaço atencional, criar rituais, gerenciar interrupções, eliminar ladrões de tempo e memorizar efetivamente.
No próximo bloco (Aprendizagem), vamos explorar técnicas avançadas de leitura, mapas mentais, inteligência emocional, energia e a técnica Pomodoro.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1 - Hiperfoco e Hiperprodutividade | Bloco: Atenção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Memorização e Retenção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minutos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memória funciona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de trabalho vs. longo prazo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de consolidação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curva do esquecimento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codificação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Elaboração (conectar com o que sabe)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(imagens mentais)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(mnemônicos)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Chunking (agrupamento)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retenção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Repetição espaçada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de recuperação (active recall)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Interleaving (misturar assuntos)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Ensinar para aprender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Criando seu sistema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inteligentes (Anki)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para revisão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de revisão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como ferramenta de estudo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Infográfico da Aula</a:t>
            </a:r>
            <a:endParaRPr lang="en-US" sz="2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5486400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14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Conceitos Principais: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**Escolha um tópico** que precisa memorizar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**Aplique as técnicas:**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Elabore (conecte com conhecimento prévio)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Crie visualizações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Use chunking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**Crie 10 flashcards** no Anki ou similar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10 -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não é um gravador. É um músculo. Treine-a com as técnicas certas.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10: Técnicas de Memorização e Retenção</dc:title>
  <dc:subject>Foco e Produtividade nos Estudos</dc:subject>
  <dc:creator>Educa com Talento</dc:creator>
  <cp:lastModifiedBy>Educa com Talento</cp:lastModifiedBy>
  <cp:revision>1</cp:revision>
  <dcterms:created xsi:type="dcterms:W3CDTF">2025-12-18T20:33:55Z</dcterms:created>
  <dcterms:modified xsi:type="dcterms:W3CDTF">2025-12-18T20:33:55Z</dcterms:modified>
</cp:coreProperties>
</file>