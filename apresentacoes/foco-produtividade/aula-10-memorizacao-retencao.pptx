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1 - Hiperfoco | Bloco: Atenção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73152" cy="22860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0" cy="109728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Memorização e Retenção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Duração: ~25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Nível: Intermediário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Prático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Objetivos da Aula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como a memória funciona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técnicas de codificação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sistema pessoal de retenção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9680" y="1097280"/>
            <a:ext cx="91440" cy="301752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22860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Memória Funciona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Memória de trabalho vs. longo prazo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processo de consolidação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curva do esquecimento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4572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Codificação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Elaboração: conectar com o que sabe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Visualização: criar imagens mentais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Mnemônicos: acrônimos e histórias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Chunking: agrupar informações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6858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Retenção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Repetição espaçada: 1-3-7-14-30 dias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recall: testar &gt; reler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Interleaving: misturar assuntos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Ensinar para aprender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Sistema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Flashcards com Anki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Mapas mentais para revisão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 programados de revisão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9333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Pontos-Chave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97280"/>
            <a:ext cx="54864" cy="3200400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8872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109728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2344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Codificação: elaborar, visualizar, agrupar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192024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0574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Retenção: espaçar, testar, misturar, ensinar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80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8720" y="274320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8803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Sistema: estudo → flashcards → revisão → ensino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657600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8720" y="356616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7033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Memorização é técnica, não dom inato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Atividade Prática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/>
          </a:prstGeom>
          <a:solidFill>
            <a:srgbClr val="2A2A4A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Missão: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Criando Seu Sistema de Memorização: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Escolha um tópico para memorizar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Aplique elaboração e visualização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Crie 10 flashcards no Anki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Pratique active recall sem olhar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Revise em 1, 3 e 7 dias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6400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Envie na área de atividades do Moodle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10 - Encerramento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2743200" cy="914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822960"/>
            <a:ext cx="274320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822960"/>
            <a:ext cx="27432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667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memória não é um gravador. É um músculo. Treine-a com as técnicas certas e ela se fortalece.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384048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886200"/>
            <a:ext cx="22860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10: Técnicas de Memorização e Retenção</dc:title>
  <dc:subject>Foco e Produtividade nos Estudos</dc:subject>
  <dc:creator>Educa com Talento</dc:creator>
  <cp:lastModifiedBy>Educa com Talento</cp:lastModifiedBy>
  <cp:revision>1</cp:revision>
  <dcterms:created xsi:type="dcterms:W3CDTF">2025-12-18T20:13:23Z</dcterms:created>
  <dcterms:modified xsi:type="dcterms:W3CDTF">2025-12-18T20:13:23Z</dcterms:modified>
</cp:coreProperties>
</file>