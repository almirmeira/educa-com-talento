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Produtividade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Estratégico Pessoal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Dominar os 3 níveis de planejamento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reverse engineering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rotina de revisão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Longo Prazo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final (quando?)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engineering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e milestones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semanal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Alocar blocos de estudo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Buffers e flexibilidade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MITs (Most Important Tasks)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blocking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na noite anterior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Ajuste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Avaliar o que funcionou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o plano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Iteração contínua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níveis: longo prazo, semanal, diário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engineering do objetivo ao hoje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MITs: 3 tarefas que definem o dia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e ajustar continuamente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Meu Mapa de Estudo: Objetivo + reverse engineering + plano semanal + plano de amanhã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18 -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"Um objetivo sem um plano é apenas um desejo."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18: Planejamento Estratégico Pessoal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