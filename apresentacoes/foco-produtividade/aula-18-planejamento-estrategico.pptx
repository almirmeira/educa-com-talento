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1 - Hiperfoco | Bloco: Produtividade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18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 Estratégico Pessoal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Dominar 3 níveis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reverse engineering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rotina de revisão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Prazo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final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engineering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Marcos e milestones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semanal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Alocar blocos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Diário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blocking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noite anterior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o que funcionou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Ajustar plano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Iteração contínua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níveis: longo, semanal, diário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engineering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MITs: 3 tarefas principais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e ajustar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 Mapa: objetivo + reverse + semanal + amanhã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37160"/>
            <a:ext cx="1097280" cy="4572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4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18 - Encerramento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"Objetivo sem plano é apenas desejo."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18: Planejamento Estratégico Pessoal</dc:title>
  <dc:subject>Foco e Produtividade nos Estudos</dc:subject>
  <dc:creator>Educa com Talento</dc:creator>
  <cp:lastModifiedBy>Educa com Talento</cp:lastModifiedBy>
  <cp:revision>1</cp:revision>
  <dcterms:created xsi:type="dcterms:W3CDTF">2025-12-18T19:58:59Z</dcterms:created>
  <dcterms:modified xsi:type="dcterms:W3CDTF">2025-12-18T19:58:59Z</dcterms:modified>
</cp:coreProperties>
</file>