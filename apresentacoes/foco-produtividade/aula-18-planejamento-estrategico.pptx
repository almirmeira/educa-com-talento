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Produtividade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Estratégico Pessoal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os 3 níveis de planejamento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reverse engineering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rotina de revisão e ajuste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de Longo Prazo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o objetivo final claramente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engineering: do fim ao início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marcos e milestones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Semanal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semanal (domingo)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Aloque blocos de estudo no calendário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Deixe buffers para imprevistos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Diário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MITs (Most Important Tasks)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blocking: horário X = assunto 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Planeje na noite anterior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e Ajuste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Avalie: o que funcionou?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Ajuste: o que mudar?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Itere: melhore continuamente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níveis: longo prazo, semanal, diário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engineering do objetivo ao hoje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MITs: 3 tarefas que definem um dia produtivo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é guia, não lei - revise e ajuste sempre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Meu Mapa de Estudo: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Objetivo final: O quê? Quando?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Reverse: quantas semanas? Quanto conteúdo?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Plano semanal: blocos alocados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Plano de amanhã: 3 MITs definidos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Agende revisão semanal no calendário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18 -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objetivo sem um plano é apenas um desejo. Um plano sem execução é apenas um sonho.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18: Planejamento Estratégico Pessoal</dc:title>
  <dc:subject>Foco e Produtividade nos Estudos</dc:subject>
  <dc:creator>Educa com Talento</dc:creator>
  <cp:lastModifiedBy>Educa com Talento</cp:lastModifiedBy>
  <cp:revision>1</cp:revision>
  <dcterms:created xsi:type="dcterms:W3CDTF">2025-12-18T20:13:24Z</dcterms:created>
  <dcterms:modified xsi:type="dcterms:W3CDTF">2025-12-18T20:13:24Z</dcterms:modified>
</cp:coreProperties>
</file>