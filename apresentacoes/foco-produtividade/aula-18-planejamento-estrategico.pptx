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Imagina fazer uma viagem sem mapa, sem GPS, sem saber o destino. Você até anda, mas provavelmente em círculos. Estudar sem planejamento é a mesma coisa.
Hoje você vai aprender a criar seu mapa de estudo - do objetivo final até as ações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Imagina fazer uma viagem sem mapa, sem GPS, sem saber o destino. Você até anda, mas provavelmente em círculos. Estudar sem planejamento é a mesma coisa.
Hoje você vai aprender a criar seu mapa de 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Objetivo final: Defina claramente (o quê, quando)
2. Reverse engineering:
   - Quantas semanas/meses até lá?
   - Quanto conteúdo total?
   - Quanto por semana?
3. Plano semanal: Monte esta semana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plano ruim executado é melhor que um plano perfeito nunca feito. Comece simples, ajuste semanalmente, melhore continuamente.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Produtividade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Estratégico Pessoal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~22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de longo prazo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objetivos macro (concurso, prova, formatura)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engineering: do objetivo ao hoje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e milestones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semanal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revisão semanal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Alocando blocos de estudo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Buffers e flexibilidade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 setup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diário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3 tarefas mais importantes (MITs)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blocking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na noite anterior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ao longo do dia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ajuste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Avaliando o que funcionou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Ajustando o plano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Iteração contínua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**Objetivo final:** Defina claramente (o quê, quando)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**Reverse engineering:**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Quantas semanas/meses até lá?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Quanto conteúdo total?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Quanto por semana?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**Plano semanal:** Monte esta semana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18 -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objetivo sem um plano é apenas um desejo.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18: Planejamento Estratégico Pessoal</dc:title>
  <dc:subject>Foco e Produtividade nos Estudos</dc:subject>
  <dc:creator>Educa com Talento</dc:creator>
  <cp:lastModifiedBy>Educa com Talento</cp:lastModifiedBy>
  <cp:revision>1</cp:revision>
  <dcterms:created xsi:type="dcterms:W3CDTF">2025-12-18T20:33:58Z</dcterms:created>
  <dcterms:modified xsi:type="dcterms:W3CDTF">2025-12-18T20:33:58Z</dcterms:modified>
</cp:coreProperties>
</file>