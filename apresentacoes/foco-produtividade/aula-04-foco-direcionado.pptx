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Fundamentos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04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Direcionado vs. Foco Seduzido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84048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Diferenciar foco direcionado e seduzido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ciclo de dopamina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Resetar o sistema de recompensa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Seduzido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sequestram atenção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dopamina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Prazer vazio e dependência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Direcionado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consciente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Esforço inicial maior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Satisfação profunda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Neurociência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Dopamina fácil vs. conquista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do sistema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Recalibragem cerebral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exposição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Tornar atrativo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Rituais de transição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Pontos-Chave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seduzido = capturado, vazio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direcionado = escolha, satisfação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pode ser resetado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escolhe a cada momento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2801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Detox de Dopamina - 24h: Sem redes sociais, vídeos ou jogos.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Envie na área de atividades do Moodle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04 - Encerramento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5544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"Você não é viciado em celular. A diferença está em escolher."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04: Foco Direcionado vs. Foco Seduzido</dc:title>
  <dc:subject>Foco e Produtividade nos Estudos</dc:subject>
  <dc:creator>Educa com Talento</dc:creator>
  <cp:lastModifiedBy>Educa com Talento</cp:lastModifiedBy>
  <cp:revision>1</cp:revision>
  <dcterms:created xsi:type="dcterms:W3CDTF">2025-12-18T19:58:57Z</dcterms:created>
  <dcterms:modified xsi:type="dcterms:W3CDTF">2025-12-18T19:58:57Z</dcterms:modified>
</cp:coreProperties>
</file>