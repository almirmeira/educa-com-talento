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Fundamentos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Direcionado vs. Foco Seduzido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foco direcionado e seduzido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ciclo de dopamina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Resetar o sistema de recompensa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Seduzido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sequestram atenção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dopamina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Prazer vazio e dependência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Direcionado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consciente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Esforço inicial maior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Satisfação profunda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Neurociência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 fácil vs. conquista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 do sistema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Recalibragem cerebral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Reduzir exposição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Tornar atrativo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de transição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seduzido = capturado, vazio, dependência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direcionado = escolha, esforço, satisfação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recompensa pode ser resetado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escolhe a cada momento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Detox de Dopamina - 24h: Sem redes sociais, vídeos ou jogos. Registre como se sentiu.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04 -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"Você não é viciado em celular. Você é humano. A diferença está em escolher."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04: Foco Direcionado vs. Foco Seduzido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