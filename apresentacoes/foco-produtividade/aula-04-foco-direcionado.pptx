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Fundamentos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Direcionado vs. Foco Seduzido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os dois tipos de foco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ciclo de dopamina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Resetar o sistema de recompensa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Seduzido - O Vilão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projetados para viciar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dopamina fácil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Prazer vazio e dependência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Direcionado - O Herói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consciente e intencional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Esforço inicial maior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Satisfação profunda e duradoura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Neurociência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 fácil vs. de conquista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 do sistema de recompensa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Recalibragem em semanas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 Práticas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Reduzir exposição ao seduzido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Tornar o direcionado atrativo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rituais de transição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seduzido = capturado por estímulos, prazer vazio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direcionado = escolhido, satisfação real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recompensa pode ser resetado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escolha é sua a cada momento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Detox de Dopamina - 24 horas: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Escolha um dia para o experimento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ZERO: redes sociais, vídeos, jogos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Registre a cada 2h como se sente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Anote quantas vezes quis pegar o celular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Reflexão: como foi estudar sem distrações?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04 -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não é viciado em celular. Você é humano. A diferença está em escolher conscientemente quais estímulos permitir.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04: Foco Direcionado vs. Foco Seduzido</dc:title>
  <dc:subject>Foco e Produtividade nos Estudos</dc:subject>
  <dc:creator>Educa com Talento</dc:creator>
  <cp:lastModifiedBy>Educa com Talento</cp:lastModifiedBy>
  <cp:revision>1</cp:revision>
  <dcterms:created xsi:type="dcterms:W3CDTF">2025-12-18T20:13:22Z</dcterms:created>
  <dcterms:modified xsi:type="dcterms:W3CDTF">2025-12-18T20:13:22Z</dcterms:modified>
</cp:coreProperties>
</file>