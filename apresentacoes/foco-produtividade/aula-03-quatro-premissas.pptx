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Fundamentos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Quatro Premissas Fundamentais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Compreender as 4 premissas da atenção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Aceitar limitações como vantagem estratégica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as premissas no dia a dia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Premissa 1: Atenção Limitada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"tanque de atenção"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Multitarefa é um mito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 da atenção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Premissa 2: Foco Intencional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Cérebro busca novidade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não é automático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consciente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Premissa 3: Ambiente Determina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Estímulos drenam atenção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 ambiente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Redução de gatilhos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Premissa 4: Mente Vagueia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 wandering é normal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seu favor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Retorne sem culpa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limitada = recurso precioso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intencional = escolha consciente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é 80% do sucesso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Vagueamento é normal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do Ambiente de Estudo: Fotografe antes/depois e liste os "sequestradores de atenção"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03 -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"Não lute contra sua natureza - entenda-a e use-a."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03: As Quatro Premissas Fundamentais</dc:title>
  <dc:subject>Foco e Produtividade nos Estudos</dc:subject>
  <dc:creator>Educa com Talento</dc:creator>
  <cp:lastModifiedBy>Educa com Talento</cp:lastModifiedBy>
  <cp:revision>1</cp:revision>
  <dcterms:created xsi:type="dcterms:W3CDTF">2025-12-18T19:08:04Z</dcterms:created>
  <dcterms:modified xsi:type="dcterms:W3CDTF">2025-12-18T19:08:04Z</dcterms:modified>
</cp:coreProperties>
</file>