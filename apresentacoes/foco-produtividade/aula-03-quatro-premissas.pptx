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| Bloco: Fundamentos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Quatro Premissas Fundamentais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Duração: ~25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Nível: Intermediário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Prático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Compreender as 4 premissas da atenção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Aceitar limitações como vantagem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as premissas no dia a dia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1097280"/>
            <a:ext cx="91440" cy="301752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2860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Premissa 1: Atenção Limitada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"tanque de atenção"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Multitarefa é um mito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da atenção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4572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Premissa 2: Foco Intencional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Cérebro busca novidade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não é automático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consciente de focar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6858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Premissa 3: Ambiente Determina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Estímulos drenam atenção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do ambiente ideal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gatilhos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Premissa 4: Mente Vagueia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 wandering é normal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isso a seu favor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Retorne sem culpa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Pontos-Chave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54864" cy="3200400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09728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limitada = recurso precioso, não desperdice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192024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057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intencional = escolha consciente repetida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274320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880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é 80% do sucesso no foco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Vagueamento é normal - redirecione sem culpa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Atividade Prática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/>
          </a:prstGeom>
          <a:solidFill>
            <a:srgbClr val="2A2A4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Missão: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do Ambiente de Estudo: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Tire foto ANTES do seu ambiente atual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Liste todos os "sequestradores de atenção"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Faça as mudanças necessárias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Tire foto DEPOIS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Compare e reflita sobre as mudanças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Envie na área de atividades do Moodle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03 - Encerramento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822960"/>
            <a:ext cx="27432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67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lute contra sua natureza - entenda-a e use-a. As premissas são o mapa para sua liberdade.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88620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03: As Quatro Premissas Fundamentais</dc:title>
  <dc:subject>Foco e Produtividade nos Estudos</dc:subject>
  <dc:creator>Educa com Talento</dc:creator>
  <cp:lastModifiedBy>Educa com Talento</cp:lastModifiedBy>
  <cp:revision>1</cp:revision>
  <dcterms:created xsi:type="dcterms:W3CDTF">2025-12-18T20:13:22Z</dcterms:created>
  <dcterms:modified xsi:type="dcterms:W3CDTF">2025-12-18T20:13:22Z</dcterms:modified>
</cp:coreProperties>
</file>