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Você já percebeu que alguns dias você senta para estudar e em 5 minutos está completamente focado, mas outros dias leva 40 minutos para "entrar no clima"? Hoje você vai entender por que isso acontece e como ter controle sobre isso.
A resposta está nos Rituais de Entrada - sequências específicas de ações que sinalizam para seu cérebro: "é hora de focar".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Nesta aula, você vai aprender os conceitos principais apresentados nos objetivos. Você já percebeu que alguns dias você senta para estudar e em 5 minutos está completamente focado, mas outros dias leva 40 minutos para "entrar no clima"? Hoje você vai entender por que isso acontece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neurociência dos rituais
Nosso cérebro ama padrões e associações. Quando você repete uma sequência de ações seguida de foco profundo, o cérebro começa a associar essas ações ao estado de foco.
Atletas profissionais usam isso o tempo todo. O jogador de basquete que quica a bola três vezes antes do lance livre. O tenista que ajusta as cordas da raquete de forma específica. Não é superstição - é condicionamento.
Você pode criar o mesmo para seus estudos.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Elementos de um ritual eficaz
Consistência: Faça exatamente o mesmo, sempre. A variação enfraquece o condicionamento.
Sequência específica: A ordem importa. Seu cérebro reconhece padrões. Passo 1, depois passo 2, depois passo 3.
Transição gradual: Vá do estado disperso ao focado aos poucos. Não tente pular de scrolling no celular direto para estudo profundo.
Elemento sensorial: Uma âncora física ajuda. Pode ser um chá específico, uma música específica, um aroma.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de rituais
Ritual Simples (5 minutos):
1. Guardar celular em outro cômodo
2. Limpar a mesa, deixando só o necessário
3. Abrir o material de estudo
4. 5 respirações profundas
5. Começar
Ritual Completo (10 minutos):
1. Preparar um chá ou café
2. Revisar objetivos do dia
3. Guardar distrações
4. Organizar material
5. Colocar fone com música de foco
6. 2 minutos de respiração consciente
7. Ler última página estudada (reconexão)
8. Começar nova sessão
Ritual Relâmpago (2 minutos):
1. Três respirações profundas
2. Declarar em voz alta: "Agora é hora de foco"
3. Começar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Criando seu ritual personalizado
Identifique o que funciona para você. Algumas perguntas:
- O que naturalmente te ajuda a focar?
- Que ambiente te deixa mais produtivo?
- Há algum hábito que sempre precede suas melhores sessões?
Teste por uma semana. Ajuste o que não funciona. E principalmente: seja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dos pontos principais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infográfico resume visualmente os principais conceitos da aula. Use-o para reforçar o aprendizado.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é hora da prática! 1. Design do Ritual (15 min)
   - Liste 5-7 passos específicos
   - Defina duração de cada passo
   - Escolha seu elemento sensorial (âncora)
2. Teste por 5 dias
   - Use exatamente o mesmo ritual antes de cada sessão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ritual de entrada é seu "botão de liga" para o foco. Quanto mais você usa, mais poderoso ele fica.
Leva cerca de 2-3 semanas para o condicionamento se estabelecer. Persista, mesmo nos dias que parece não fazer diferença.
Na Aula 8, vamos aprender a Arte de Gerenciar Interrupções - o que fazer quando, apesar de todo preparo, algo ou alguém interrompe seu foco.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1 - Hiperfoco e Hiperprodutividade | Bloco: Atenção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Poder dos Rituais de Entrada no Foco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~20 minutos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neurociência dos rituais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Condicionamento e gatilhos mentais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atletas usam rituais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associações cérebro-foco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 um ritual eficaz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 (mesmo sempre)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específica (ordem importa)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 gradual (do disperso ao focado)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sensorial (âncora física)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rituais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Ritual de 5 minutos simples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Ritual de 10 minutos completo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 relâmpago (2 minutos)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seu ritual personalizado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Identificando seus gatilhos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Testando e ajustando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Mantendo a consistência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Infográfico da Aula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Principais: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**Design do Ritual** (15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Liste 5-7 passos específicos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Defina duração de cada passo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Escolha seu elemento sensorial (âncora)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**Teste por 5 dias**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Use exatamente o mesmo ritual antes de cada sessão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07 -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ritual não é o foco, mas é a porta para ele.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07: O Poder dos Rituais de Entrada no Foco</dc:title>
  <dc:subject>Foco e Produtividade nos Estudos</dc:subject>
  <dc:creator>Educa com Talento</dc:creator>
  <cp:lastModifiedBy>Educa com Talento</cp:lastModifiedBy>
  <cp:revision>1</cp:revision>
  <dcterms:created xsi:type="dcterms:W3CDTF">2025-12-18T20:33:54Z</dcterms:created>
  <dcterms:modified xsi:type="dcterms:W3CDTF">2025-12-18T20:33:54Z</dcterms:modified>
</cp:coreProperties>
</file>