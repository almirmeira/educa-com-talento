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07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Poder dos Rituais de Entrada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neurociência dos rituais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ritual de entrada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Estabelecer condicionamento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Condicionamento mental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atletas usam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cérebro-foco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 Eficazes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específica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gradual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Âncora sensorial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min: guardar + limpar + respirar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min: chá + revisar + organizar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min: respirar + declarar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e ajustar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estabelecer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criam condicionamento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&gt; complexidade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+ transição + âncora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estabelecer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Meu Ritual: Design 5-7 passos + teste 5 dias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07 -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ritual não é o foco, mas é a porta para ele."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07: O Poder dos Rituais de Entrada</dc:title>
  <dc:subject>Foco e Produtividade nos Estudos</dc:subject>
  <dc:creator>Educa com Talento</dc:creator>
  <cp:lastModifiedBy>Educa com Talento</cp:lastModifiedBy>
  <cp:revision>1</cp:revision>
  <dcterms:created xsi:type="dcterms:W3CDTF">2025-12-18T19:58:57Z</dcterms:created>
  <dcterms:modified xsi:type="dcterms:W3CDTF">2025-12-18T19:58:57Z</dcterms:modified>
</cp:coreProperties>
</file>