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1 - Hiperfoco | Bloco: Atenção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274320" y="1371600"/>
            <a:ext cx="73152" cy="228600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463040"/>
            <a:ext cx="1097280" cy="1097280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69164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828800" y="1463040"/>
            <a:ext cx="6858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Poder dos Rituais de Entrada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828800" y="237744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e Produtividade nos Estudos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828800" y="3017520"/>
            <a:ext cx="2743200" cy="54864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0" name="Shape 8"/>
          <p:cNvSpPr/>
          <p:nvPr/>
        </p:nvSpPr>
        <p:spPr>
          <a:xfrm>
            <a:off x="457200" y="3474720"/>
            <a:ext cx="2560320" cy="731520"/>
          </a:xfrm>
          <a:prstGeom prst="roundRect">
            <a:avLst/>
          </a:prstGeom>
          <a:solidFill>
            <a:srgbClr val="2A2A4A"/>
          </a:solidFill>
          <a:ln w="12700">
            <a:solidFill>
              <a:srgbClr val="667E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6118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⏱ Duração: ~25 min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0" y="3474720"/>
            <a:ext cx="2560320" cy="731520"/>
          </a:xfrm>
          <a:prstGeom prst="roundRect">
            <a:avLst/>
          </a:prstGeom>
          <a:solidFill>
            <a:srgbClr val="2A2A4A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00400" y="36118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📚 Nível: Intermediário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943600" y="3474720"/>
            <a:ext cx="2560320" cy="731520"/>
          </a:xfrm>
          <a:prstGeom prst="roundRect">
            <a:avLst/>
          </a:prstGeom>
          <a:solidFill>
            <a:srgbClr val="2A2A4A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43600" y="36118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Prático</a:t>
            </a:r>
            <a:endParaRPr lang="en-US" sz="110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Objetivos da Aula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8229600" cy="82296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667E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234440"/>
            <a:ext cx="548640" cy="548640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32588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71600" y="132588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Entender a neurociência dos rituais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2103120"/>
            <a:ext cx="8229600" cy="82296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22C55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2240280"/>
            <a:ext cx="548640" cy="54864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33172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371600" y="233172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Criar seu ritual de entrada personalizado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57200" y="3108960"/>
            <a:ext cx="8229600" cy="82296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3B82F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0080" y="3246120"/>
            <a:ext cx="548640" cy="54864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333756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371600" y="333756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Estabelecer condicionamento em 2-3 semanas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8869680" y="1097280"/>
            <a:ext cx="91440" cy="3017520"/>
          </a:xfrm>
          <a:prstGeom prst="rect">
            <a:avLst/>
          </a:prstGeom>
          <a:solidFill>
            <a:srgbClr val="667EEA"/>
          </a:solidFill>
          <a:ln/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2286000" cy="4572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37160"/>
            <a:ext cx="548640" cy="548640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2286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286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Neurociência dos Rituais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667EE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097280"/>
            <a:ext cx="109728" cy="7772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60120" y="13258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Condicionamento mental poderoso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0116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667E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2011680"/>
            <a:ext cx="109728" cy="7772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60120" y="22402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atletas de elite usam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667EE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926080"/>
            <a:ext cx="109728" cy="7772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31546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60120" y="31546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Associações cérebro-foco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686800" y="4114800"/>
            <a:ext cx="457200" cy="457200"/>
          </a:xfrm>
          <a:prstGeom prst="rect">
            <a:avLst/>
          </a:prstGeom>
          <a:solidFill>
            <a:srgbClr val="667EE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03920" y="4297680"/>
            <a:ext cx="274320" cy="274320"/>
          </a:xfrm>
          <a:prstGeom prst="rect">
            <a:avLst/>
          </a:prstGeom>
          <a:solidFill>
            <a:srgbClr val="2A2A4A"/>
          </a:solidFill>
          <a:ln w="12700">
            <a:solidFill>
              <a:srgbClr val="667EEA"/>
            </a:solidFill>
            <a:prstDash val="solid"/>
          </a:ln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4572000" cy="4572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37160"/>
            <a:ext cx="548640" cy="54864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2286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286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Elementos Eficazes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097280"/>
            <a:ext cx="109728" cy="7772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60120" y="13258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Consistência: mesmo sempre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0" y="10972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0" y="1097280"/>
            <a:ext cx="109728" cy="7772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3" name="Text 11"/>
          <p:cNvSpPr/>
          <p:nvPr/>
        </p:nvSpPr>
        <p:spPr>
          <a:xfrm>
            <a:off x="48006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074920" y="13258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Sequência específica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0116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011680"/>
            <a:ext cx="109728" cy="7772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60120" y="22402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Transição gradual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0" y="20116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2011680"/>
            <a:ext cx="109728" cy="7772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21" name="Text 19"/>
          <p:cNvSpPr/>
          <p:nvPr/>
        </p:nvSpPr>
        <p:spPr>
          <a:xfrm>
            <a:off x="48006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074920" y="22402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Âncora sensorial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8686800" y="4114800"/>
            <a:ext cx="457200" cy="457200"/>
          </a:xfrm>
          <a:prstGeom prst="rect">
            <a:avLst/>
          </a:prstGeom>
          <a:solidFill>
            <a:srgbClr val="22C55E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503920" y="4297680"/>
            <a:ext cx="274320" cy="274320"/>
          </a:xfrm>
          <a:prstGeom prst="rect">
            <a:avLst/>
          </a:prstGeom>
          <a:solidFill>
            <a:srgbClr val="2A2A4A"/>
          </a:solidFill>
          <a:ln w="12700">
            <a:solidFill>
              <a:srgbClr val="22C55E"/>
            </a:solidFill>
            <a:prstDash val="solid"/>
          </a:ln>
        </p:spPr>
      </p:sp>
      <p:pic>
        <p:nvPicPr>
          <p:cNvPr id="2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6858000" cy="457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37160"/>
            <a:ext cx="548640" cy="54864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2286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286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Exemplos de Rituais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097280"/>
            <a:ext cx="109728" cy="7772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60120" y="13258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min: guardar + limpar + respirar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0116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2011680"/>
            <a:ext cx="109728" cy="7772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60120" y="22402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min: chá + revisar + organizar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926080"/>
            <a:ext cx="109728" cy="7772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31546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60120" y="31546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min: respirar + declarar + começar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686800" y="4114800"/>
            <a:ext cx="457200" cy="457200"/>
          </a:xfrm>
          <a:prstGeom prst="rect">
            <a:avLst/>
          </a:prstGeom>
          <a:solidFill>
            <a:srgbClr val="3B82F6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03920" y="4297680"/>
            <a:ext cx="274320" cy="274320"/>
          </a:xfrm>
          <a:prstGeom prst="rect">
            <a:avLst/>
          </a:prstGeom>
          <a:solidFill>
            <a:srgbClr val="2A2A4A"/>
          </a:solidFill>
          <a:ln w="12700">
            <a:solidFill>
              <a:srgbClr val="3B82F6"/>
            </a:solidFill>
            <a:prstDash val="solid"/>
          </a:ln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45720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37160"/>
            <a:ext cx="548640" cy="548640"/>
          </a:xfrm>
          <a:prstGeom prst="ellipse">
            <a:avLst/>
          </a:prstGeom>
          <a:solidFill>
            <a:srgbClr val="9333EA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2286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286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Personalização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9333E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097280"/>
            <a:ext cx="109728" cy="777240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33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60120" y="13258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Identifique seus gatilhos naturais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0116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9333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2011680"/>
            <a:ext cx="109728" cy="777240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33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60120" y="22402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por uma semana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9333E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926080"/>
            <a:ext cx="109728" cy="777240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31546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33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60120" y="31546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2-3 semanas para consolidar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686800" y="4114800"/>
            <a:ext cx="457200" cy="457200"/>
          </a:xfrm>
          <a:prstGeom prst="rect">
            <a:avLst/>
          </a:prstGeom>
          <a:solidFill>
            <a:srgbClr val="9333E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03920" y="4297680"/>
            <a:ext cx="274320" cy="274320"/>
          </a:xfrm>
          <a:prstGeom prst="rect">
            <a:avLst/>
          </a:prstGeom>
          <a:solidFill>
            <a:srgbClr val="2A2A4A"/>
          </a:solidFill>
          <a:ln w="12700">
            <a:solidFill>
              <a:srgbClr val="9333EA"/>
            </a:solidFill>
            <a:prstDash val="solid"/>
          </a:ln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Pontos-Chave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777240"/>
            <a:ext cx="9144000" cy="4572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5" name="Shape 3"/>
          <p:cNvSpPr/>
          <p:nvPr/>
        </p:nvSpPr>
        <p:spPr>
          <a:xfrm>
            <a:off x="685800" y="1097280"/>
            <a:ext cx="54864" cy="3200400"/>
          </a:xfrm>
          <a:prstGeom prst="rect">
            <a:avLst/>
          </a:prstGeom>
          <a:solidFill>
            <a:srgbClr val="3D3D5C"/>
          </a:solidFill>
          <a:ln/>
        </p:spPr>
      </p:sp>
      <p:sp>
        <p:nvSpPr>
          <p:cNvPr id="6" name="Shape 4"/>
          <p:cNvSpPr/>
          <p:nvPr/>
        </p:nvSpPr>
        <p:spPr>
          <a:xfrm>
            <a:off x="502920" y="1188720"/>
            <a:ext cx="457200" cy="457200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123444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188720" y="1097280"/>
            <a:ext cx="7498080" cy="64008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667E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371600" y="1234440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Rituais criam condicionamento neurológico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02920" y="2011680"/>
            <a:ext cx="457200" cy="45720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05740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188720" y="1920240"/>
            <a:ext cx="7498080" cy="64008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371600" y="2057400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Consistência é mais importante que complexidade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02920" y="2834640"/>
            <a:ext cx="457200" cy="45720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288036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1188720" y="2743200"/>
            <a:ext cx="7498080" cy="64008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3B82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371600" y="2880360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Elementos: sequência + transição + âncora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02920" y="3657600"/>
            <a:ext cx="457200" cy="457200"/>
          </a:xfrm>
          <a:prstGeom prst="ellipse">
            <a:avLst/>
          </a:prstGeom>
          <a:solidFill>
            <a:srgbClr val="9333EA"/>
          </a:solidFill>
          <a:ln/>
        </p:spPr>
      </p:sp>
      <p:sp>
        <p:nvSpPr>
          <p:cNvPr id="19" name="Text 17"/>
          <p:cNvSpPr/>
          <p:nvPr/>
        </p:nvSpPr>
        <p:spPr>
          <a:xfrm>
            <a:off x="502920" y="370332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1188720" y="3566160"/>
            <a:ext cx="7498080" cy="64008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9333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371600" y="3703320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2-3 semanas para estabelecer o padrão</a:t>
            </a:r>
            <a:endParaRPr lang="en-US" sz="1400" dirty="0"/>
          </a:p>
        </p:txBody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📝 Atividade Prática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8229600" cy="2560320"/>
          </a:xfrm>
          <a:prstGeom prst="roundRect">
            <a:avLst/>
          </a:prstGeom>
          <a:solidFill>
            <a:srgbClr val="2A2A4A"/>
          </a:solidFill>
          <a:ln w="38100">
            <a:solidFill>
              <a:srgbClr val="22C55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280160"/>
            <a:ext cx="731520" cy="73152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37160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645920" y="128016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Sua Missão: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45920" y="1737360"/>
            <a:ext cx="67665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Criando Meu Ritual de Entrada: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Liste 5-7 passos específicos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Defina duração de cada passo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Escolha sua âncora sensorial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Pratique por 5 dias consecutivos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Registre tempo para entrar em foco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3749040"/>
            <a:ext cx="8229600" cy="640080"/>
          </a:xfrm>
          <a:prstGeom prst="roundRect">
            <a:avLst/>
          </a:prstGeom>
          <a:solidFill>
            <a:srgbClr val="1E3A5F"/>
          </a:solidFill>
          <a:ln w="12700">
            <a:solidFill>
              <a:srgbClr val="667E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3886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📤 Envie na área de atividades do Moodle</a:t>
            </a:r>
            <a:endParaRPr lang="en-US" sz="130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07 - Encerramento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822960"/>
            <a:ext cx="2743200" cy="914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5" name="Shape 3"/>
          <p:cNvSpPr/>
          <p:nvPr/>
        </p:nvSpPr>
        <p:spPr>
          <a:xfrm>
            <a:off x="3200400" y="822960"/>
            <a:ext cx="2743200" cy="914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0" y="822960"/>
            <a:ext cx="2743200" cy="914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7" name="Shape 5"/>
          <p:cNvSpPr/>
          <p:nvPr/>
        </p:nvSpPr>
        <p:spPr>
          <a:xfrm>
            <a:off x="914400" y="1371600"/>
            <a:ext cx="7315200" cy="182880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667E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1371600"/>
            <a:ext cx="457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i="1" dirty="0">
                <a:solidFill>
                  <a:srgbClr val="667E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1371600" y="1737360"/>
            <a:ext cx="6400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ritual não é o foco, mas é a porta para ele. Toda vez que você usa, ela abre mais fácil.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0" y="384048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39776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Educa com Talento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" y="42519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www.educacomtalento.com.br</a:t>
            </a:r>
            <a:endParaRPr lang="en-US" sz="1000" dirty="0"/>
          </a:p>
        </p:txBody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3886200"/>
            <a:ext cx="2286000" cy="9144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Educa com Talento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Aula 07: O Poder dos Rituais de Entrada</dc:title>
  <dc:subject>Foco e Produtividade nos Estudos</dc:subject>
  <dc:creator>Educa com Talento</dc:creator>
  <cp:lastModifiedBy>Educa com Talento</cp:lastModifiedBy>
  <cp:revision>1</cp:revision>
  <dcterms:created xsi:type="dcterms:W3CDTF">2025-12-18T20:13:22Z</dcterms:created>
  <dcterms:modified xsi:type="dcterms:W3CDTF">2025-12-18T20:13:22Z</dcterms:modified>
</cp:coreProperties>
</file>