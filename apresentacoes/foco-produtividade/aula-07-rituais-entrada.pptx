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Poder dos Rituais de Entrada no Foco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neurociência dos rituais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ritual de entrada eficaz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Estabelecer condicionamento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 dos Rituais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Condicionamento mental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atletas usam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Associações cérebro-foco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Elementos Eficazes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 (mesmo sempre)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 específica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Transição gradual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Âncora sensorial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 de Rituais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min: guardar + limpar + respirar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min: chá + revisar + organizar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min: respirar + declarar + começar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gatilhos pessoais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e ajustar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semanas para estabelecer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criam condicionamento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 &gt; complexidade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Elementos: sequência, transição, âncora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semanas para estabelecer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Criando Meu Ritual de Entrada: Design de 5-7 passos + teste por 5 dias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07 -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ritual não é o foco, mas é a porta para ele."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07: O Poder dos Rituais de Entrada no Foco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