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Aprendizagem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Emocional e Autocontrole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como emoções afetam o foco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seus gatilhos emocionais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técnicas de regulação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Emoções e Aprendizado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Emoções são filtros para tudo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Ansiedade sabota o foco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emocional ideal existe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Autoconhecimento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Identifique seus gatilhos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Reconheça padrões emocionais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 termômetro emocional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Regulação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Respiração 4-7-8: acalma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Reframing: mude a narrativa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Grounding: volte ao presente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 estratégicas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Construindo Resiliência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Frustração é parte do processo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são feedback, não fracasso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Mentalidade de crescimento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Emoções afetam diretamente a capacidade de foco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Identifique seus gatilhos emocionais específicos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Técnicas: respiração 4-7-8, reframing, grounding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"Ainda não sei" é diferente de "não consigo"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Diário Emocional de Estudo (1 semana):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Antes: Como me sinto? (1-10)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Durante: Que emoções surgem?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Depois: Como ficou meu humor?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Pratique respiração 4-7-8 diariamente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Identifique 3 gatilhos e crie plano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13 -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performance nos estudos está ligada ao seu estado emocional. Cuide das emoções como cuida do ambiente.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13: Inteligência Emocional e Autocontrole</dc:title>
  <dc:subject>Foco e Produtividade nos Estudos</dc:subject>
  <dc:creator>Educa com Talento</dc:creator>
  <cp:lastModifiedBy>Educa com Talento</cp:lastModifiedBy>
  <cp:revision>1</cp:revision>
  <dcterms:created xsi:type="dcterms:W3CDTF">2025-12-18T20:13:23Z</dcterms:created>
  <dcterms:modified xsi:type="dcterms:W3CDTF">2025-12-18T20:13:23Z</dcterms:modified>
</cp:coreProperties>
</file>