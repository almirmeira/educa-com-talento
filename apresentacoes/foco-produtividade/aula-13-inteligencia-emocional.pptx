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137160"/>
            <a:ext cx="1097280" cy="4572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4" name="Text 1"/>
          <p:cNvSpPr/>
          <p:nvPr/>
        </p:nvSpPr>
        <p:spPr>
          <a:xfrm>
            <a:off x="1463040" y="2286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 1 - Hiperfoco | Bloco: Aprendizagem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457200" y="16459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13</a:t>
            </a:r>
            <a:endParaRPr lang="en-US" sz="2000" dirty="0"/>
          </a:p>
        </p:txBody>
      </p:sp>
      <p:sp>
        <p:nvSpPr>
          <p:cNvPr id="6" name="Text 3"/>
          <p:cNvSpPr/>
          <p:nvPr/>
        </p:nvSpPr>
        <p:spPr>
          <a:xfrm>
            <a:off x="457200" y="2194560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Inteligência Emocional e Autocontrole</a:t>
            </a:r>
            <a:endParaRPr lang="en-US" sz="3200" dirty="0"/>
          </a:p>
        </p:txBody>
      </p:sp>
      <p:sp>
        <p:nvSpPr>
          <p:cNvPr id="7" name="Text 4"/>
          <p:cNvSpPr/>
          <p:nvPr/>
        </p:nvSpPr>
        <p:spPr>
          <a:xfrm>
            <a:off x="457200" y="31089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67E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Foco e Produtividade nos Estudos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457200" y="3840480"/>
            <a:ext cx="1828800" cy="45720"/>
          </a:xfrm>
          <a:prstGeom prst="rect">
            <a:avLst/>
          </a:prstGeom>
          <a:solidFill>
            <a:srgbClr val="22C55E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137160"/>
            <a:ext cx="1097280" cy="4572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4" name="Text 1"/>
          <p:cNvSpPr/>
          <p:nvPr/>
        </p:nvSpPr>
        <p:spPr>
          <a:xfrm>
            <a:off x="1463040" y="2286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Objetivos da Aula</a:t>
            </a:r>
            <a:endParaRPr lang="en-US" sz="1800" dirty="0"/>
          </a:p>
        </p:txBody>
      </p:sp>
      <p:sp>
        <p:nvSpPr>
          <p:cNvPr id="5" name="Text 2"/>
          <p:cNvSpPr/>
          <p:nvPr/>
        </p:nvSpPr>
        <p:spPr>
          <a:xfrm>
            <a:off x="457200" y="1188720"/>
            <a:ext cx="365760" cy="365760"/>
          </a:xfrm>
          <a:prstGeom prst="rect">
            <a:avLst/>
          </a:prstGeom>
          <a:solidFill>
            <a:srgbClr val="22C55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1005840" y="118872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Entender emoções e foco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457200" y="1828800"/>
            <a:ext cx="365760" cy="365760"/>
          </a:xfrm>
          <a:prstGeom prst="rect">
            <a:avLst/>
          </a:prstGeom>
          <a:solidFill>
            <a:srgbClr val="22C55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1005840" y="18288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Identificar gatilhos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457200" y="2468880"/>
            <a:ext cx="365760" cy="365760"/>
          </a:xfrm>
          <a:prstGeom prst="rect">
            <a:avLst/>
          </a:prstGeom>
          <a:solidFill>
            <a:srgbClr val="22C55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1005840" y="246888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Aplicar técnicas de regulação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137160"/>
            <a:ext cx="1097280" cy="4572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4" name="Text 1"/>
          <p:cNvSpPr/>
          <p:nvPr/>
        </p:nvSpPr>
        <p:spPr>
          <a:xfrm>
            <a:off x="1463040" y="2286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Emoções e Aprendizado</a:t>
            </a:r>
            <a:endParaRPr lang="en-US" sz="1800" dirty="0"/>
          </a:p>
        </p:txBody>
      </p:sp>
      <p:sp>
        <p:nvSpPr>
          <p:cNvPr id="5" name="Text 2"/>
          <p:cNvSpPr/>
          <p:nvPr/>
        </p:nvSpPr>
        <p:spPr>
          <a:xfrm>
            <a:off x="457200" y="118872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822960" y="118872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Emoções são filtros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457200" y="169164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822960" y="169164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Ansiedade sabota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457200" y="219456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822960" y="219456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Estado ideal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137160"/>
            <a:ext cx="1097280" cy="4572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4" name="Text 1"/>
          <p:cNvSpPr/>
          <p:nvPr/>
        </p:nvSpPr>
        <p:spPr>
          <a:xfrm>
            <a:off x="1463040" y="2286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Autoconhecimento</a:t>
            </a:r>
            <a:endParaRPr lang="en-US" sz="1800" dirty="0"/>
          </a:p>
        </p:txBody>
      </p:sp>
      <p:sp>
        <p:nvSpPr>
          <p:cNvPr id="5" name="Text 2"/>
          <p:cNvSpPr/>
          <p:nvPr/>
        </p:nvSpPr>
        <p:spPr>
          <a:xfrm>
            <a:off x="457200" y="118872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822960" y="118872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Identificar gatilhos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457200" y="169164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822960" y="169164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Padrões emocionais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457200" y="219456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822960" y="219456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Termômetro emocional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137160"/>
            <a:ext cx="1097280" cy="4572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4" name="Text 1"/>
          <p:cNvSpPr/>
          <p:nvPr/>
        </p:nvSpPr>
        <p:spPr>
          <a:xfrm>
            <a:off x="1463040" y="2286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Regulação</a:t>
            </a:r>
            <a:endParaRPr lang="en-US" sz="1800" dirty="0"/>
          </a:p>
        </p:txBody>
      </p:sp>
      <p:sp>
        <p:nvSpPr>
          <p:cNvPr id="5" name="Text 2"/>
          <p:cNvSpPr/>
          <p:nvPr/>
        </p:nvSpPr>
        <p:spPr>
          <a:xfrm>
            <a:off x="457200" y="118872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822960" y="118872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Respiração 4-7-8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457200" y="169164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822960" y="169164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Reframing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457200" y="219456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822960" y="219456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Grounding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457200" y="269748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822960" y="269748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Pausas estratégicas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137160"/>
            <a:ext cx="1097280" cy="4572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4" name="Text 1"/>
          <p:cNvSpPr/>
          <p:nvPr/>
        </p:nvSpPr>
        <p:spPr>
          <a:xfrm>
            <a:off x="1463040" y="2286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Resiliência</a:t>
            </a:r>
            <a:endParaRPr lang="en-US" sz="1800" dirty="0"/>
          </a:p>
        </p:txBody>
      </p:sp>
      <p:sp>
        <p:nvSpPr>
          <p:cNvPr id="5" name="Text 2"/>
          <p:cNvSpPr/>
          <p:nvPr/>
        </p:nvSpPr>
        <p:spPr>
          <a:xfrm>
            <a:off x="457200" y="118872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822960" y="118872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Lidar com frustração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457200" y="169164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822960" y="169164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Erros = feedback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457200" y="219456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822960" y="219456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Mentalidade de crescimento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137160"/>
            <a:ext cx="1097280" cy="4572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4" name="Text 1"/>
          <p:cNvSpPr/>
          <p:nvPr/>
        </p:nvSpPr>
        <p:spPr>
          <a:xfrm>
            <a:off x="1463040" y="2286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Pontos-Chave</a:t>
            </a:r>
            <a:endParaRPr lang="en-US" sz="1800" dirty="0"/>
          </a:p>
        </p:txBody>
      </p:sp>
      <p:sp>
        <p:nvSpPr>
          <p:cNvPr id="5" name="Text 2"/>
          <p:cNvSpPr/>
          <p:nvPr/>
        </p:nvSpPr>
        <p:spPr>
          <a:xfrm>
            <a:off x="457200" y="1188720"/>
            <a:ext cx="274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822960" y="1188720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Emoções afetam aprendizado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457200" y="1737360"/>
            <a:ext cx="274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822960" y="1737360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Identifique gatilhos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457200" y="2286000"/>
            <a:ext cx="274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822960" y="2286000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Técnicas: respiração, reframing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457200" y="2834640"/>
            <a:ext cx="274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600" dirty="0"/>
          </a:p>
        </p:txBody>
      </p:sp>
      <p:sp>
        <p:nvSpPr>
          <p:cNvPr id="12" name="Text 9"/>
          <p:cNvSpPr/>
          <p:nvPr/>
        </p:nvSpPr>
        <p:spPr>
          <a:xfrm>
            <a:off x="822960" y="2834640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"Ainda não sei" ≠ "não consigo"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137160"/>
            <a:ext cx="1097280" cy="4572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4" name="Text 1"/>
          <p:cNvSpPr/>
          <p:nvPr/>
        </p:nvSpPr>
        <p:spPr>
          <a:xfrm>
            <a:off x="1463040" y="2286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Atividade Prática</a:t>
            </a:r>
            <a:endParaRPr lang="en-US" sz="1800" dirty="0"/>
          </a:p>
        </p:txBody>
      </p:sp>
      <p:sp>
        <p:nvSpPr>
          <p:cNvPr id="5" name="Shape 2"/>
          <p:cNvSpPr/>
          <p:nvPr/>
        </p:nvSpPr>
        <p:spPr>
          <a:xfrm>
            <a:off x="457200" y="1097280"/>
            <a:ext cx="8229600" cy="2286000"/>
          </a:xfrm>
          <a:prstGeom prst="rect">
            <a:avLst/>
          </a:prstGeom>
          <a:solidFill>
            <a:srgbClr val="2A2A4A"/>
          </a:solidFill>
          <a:ln w="25400">
            <a:solidFill>
              <a:srgbClr val="22C55E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640080" y="1280160"/>
            <a:ext cx="7863840" cy="1920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Diário Emocional (1 semana) + respiração 4-7-8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457200" y="36576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67E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Envie na área de atividades do Moodle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137160"/>
            <a:ext cx="1097280" cy="4572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4" name="Text 1"/>
          <p:cNvSpPr/>
          <p:nvPr/>
        </p:nvSpPr>
        <p:spPr>
          <a:xfrm>
            <a:off x="1463040" y="2286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13 - Encerramento</a:t>
            </a:r>
            <a:endParaRPr lang="en-US" sz="1800" dirty="0"/>
          </a:p>
        </p:txBody>
      </p:sp>
      <p:sp>
        <p:nvSpPr>
          <p:cNvPr id="5" name="Shape 2"/>
          <p:cNvSpPr/>
          <p:nvPr/>
        </p:nvSpPr>
        <p:spPr>
          <a:xfrm>
            <a:off x="914400" y="1371600"/>
            <a:ext cx="7315200" cy="1645920"/>
          </a:xfrm>
          <a:prstGeom prst="rect">
            <a:avLst/>
          </a:prstGeom>
          <a:solidFill>
            <a:srgbClr val="2A2A4A"/>
          </a:solidFill>
          <a:ln w="25400">
            <a:solidFill>
              <a:srgbClr val="667EEA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1097280" y="1554480"/>
            <a:ext cx="694944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"Cuide das emoções como cuida do ambiente."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457200" y="384048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Educa com Talento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457200" y="4206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67E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www.educacomtalento.com.br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Educa com Talento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Aula 13: Inteligência Emocional e Autocontrole</dc:title>
  <dc:subject>Foco e Produtividade nos Estudos</dc:subject>
  <dc:creator>Educa com Talento</dc:creator>
  <cp:lastModifiedBy>Educa com Talento</cp:lastModifiedBy>
  <cp:revision>1</cp:revision>
  <dcterms:created xsi:type="dcterms:W3CDTF">2025-12-18T19:58:58Z</dcterms:created>
  <dcterms:modified xsi:type="dcterms:W3CDTF">2025-12-18T19:58:58Z</dcterms:modified>
</cp:coreProperties>
</file>