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Emocional e Autocontrole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como emoções afetam o foco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gatilhos emocionais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de regulação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Emoções e Aprendizado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Emoções são filtros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Ansiedade sabota foco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emocional ideal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Autoconhecimento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Identificar gatilhos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Padrões emocionais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Termômetro emocional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Regulação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Respiração 4-7-8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Reframing cognitivo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 (ancoragem)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estratégicas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Construindo Resiliência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com frustração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Erros = feedback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Mentalidade de crescimento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Emoções afetam diretamente o aprendizado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Identifique seus gatilhos emocionais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respiração, reframing, grounding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"Ainda não sei" ≠ "não consigo"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 Emocional de Estudo (1 semana): Antes/durante/depois + respiração 4-7-8 + 3 gatilhos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13 -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"Cuide das suas emoções como cuida do seu ambiente de estudo."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13: Inteligência Emocional e Autocontrole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