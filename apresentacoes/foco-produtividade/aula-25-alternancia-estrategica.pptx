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você entende os dois modos do cérebro: focado e difuso. Mas o verdadeiro poder está em alternar estrategicamente entre eles.
É como um músico que sabe quando tocar forte e quando tocar suave. A maestria não está em um ou outro, mas na transição consciente.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Agora você entende os dois modos do cérebro: focado e difuso. Mas o verdadeiro poder está em alternar estrategicamente entre eles.
É como um músico que sabe quando tocar forte e quando tocar suav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Experimente diferentes padrões por 1 semana:
   - Dia 1-2: Pomodoro clássico (25/5)
   - Dia 3-4: Blocos longos (90/30)
   - Dia 5-7: Sua combinação
2. Registre diariamente:
   - Qual padrão usou?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isso, fechamos o Bloco Foco Disperso. Você agora domina os dois modos de operação do cérebro e sabe como alternar entre eles.
No bloco final (Maestria), vamos integrar tudo em práticas sustentáveis de longo prazo: mindfulness, recuperação, ultra-aprendizado e sistemas que duram.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Foco Disperso (Fechamento)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Alternância Estratégica entre Modos de Foco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~22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dos dois modos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focado: quando e como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difuso: quando e como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de que é hora de alternar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 de alternância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Pomodoro expandida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 focados + pausas difusas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intenso + caminhada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 focado + noite difusa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Personalizando seu ritmo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Descobrindo seus padrões naturais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Ajustando para seu contexto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Experimentação e registro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 com o Módulo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Foco disperso = sistema completo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jornada até aqui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 para o bloco final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**Experimente diferentes padrões** por 1 semana: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Dia 1-2: Pomodoro clássico (25/5)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Dia 3-4: Blocos longos (90/30)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Dia 5-7: Sua combinação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**Registre diariamente:**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Qual padrão usou?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25 -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gênio não está em focar sempre nem em relaxar sempre. Está em saber quando fazer cada um.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25: Alternância Estratégica entre Modos de Foco</dc:title>
  <dc:subject>Foco e Produtividade nos Estudos</dc:subject>
  <dc:creator>Educa com Talento</dc:creator>
  <cp:lastModifiedBy>Educa com Talento</cp:lastModifiedBy>
  <cp:revision>1</cp:revision>
  <dcterms:created xsi:type="dcterms:W3CDTF">2025-12-18T20:34:04Z</dcterms:created>
  <dcterms:modified xsi:type="dcterms:W3CDTF">2025-12-18T20:34:04Z</dcterms:modified>
</cp:coreProperties>
</file>