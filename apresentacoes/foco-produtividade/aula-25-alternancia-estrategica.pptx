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2 - Foco Disperso | Fechamento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Alternância Estratégica entre Modos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Dominar a alternância consciente entre modos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sinais de quando alternar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Personalizar seu ritmo ideal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dos Dois Modos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Focado: absorção, análise, lógica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Difuso: processamento, conexões, criatividade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Sinais de quando alternar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de Alternância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 expandido: 45-90/15-30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Blocos temáticos ao longo do dia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 intenso + caminhada sem fone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Incubação: estude → durma → retome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Personalizando Seu Ritmo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que horários você foca melhor?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tempo aguenta em hiperfoco?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atividades te colocam em difuso?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Integrando Tudo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Hiperfoco + disperso = sistema completo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22402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Experimente por 2 semanas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546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Registre, analise, ajuste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Maestria = dominar os dois modos + alternar conscientemente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Sinais: cansaço mental, travou, energia voltou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Estratégias: Pomodoro expandido, blocos, movimento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pessoa tem um ritmo - descubra o seu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Mapeando Meu Ritmo: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Dia 1-2: Teste Pomodoro 25/5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Dia 3-4: Teste blocos 90/30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Dia 5-7: Sua combinação personalizada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Registre qualidade do foco e do difuso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Defina SEU ritmo ideal baseado nos dados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25 -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gênio não está em focar sempre nem em relaxar sempre. Está em saber quando fazer cada um.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25: Alternância Estratégica entre Modos</dc:title>
  <dc:subject>Foco e Produtividade nos Estudos</dc:subject>
  <dc:creator>Educa com Talento</dc:creator>
  <cp:lastModifiedBy>Educa com Talento</cp:lastModifiedBy>
  <cp:revision>1</cp:revision>
  <dcterms:created xsi:type="dcterms:W3CDTF">2025-12-18T20:13:25Z</dcterms:created>
  <dcterms:modified xsi:type="dcterms:W3CDTF">2025-12-18T20:13:25Z</dcterms:modified>
</cp:coreProperties>
</file>