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Fechamento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Alternância Estratégica entre Modos de Foco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a alternância consciente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sinais para alternar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Personalizar seu ritmo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dos Modos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Focado: absorção, análise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Difuso: processamento, conexões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quando alternar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 de Alternância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Pomodoro expandido (45-90/15-30)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 temáticos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+ movimento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 de problemas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Personalizando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Seus horários de pico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aguenta em hiperfoco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Atividades que te colocam em difuso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disperso = completo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Experimente, registre, ajuste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 para calibrar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Maestria = dominar os dois + alternar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Sinais: cansaço, travou, energia voltou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Estratégias: Pomodoro, blocos, movimento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pessoa tem um ritmo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Mapeando Meu Ritmo: Experimentar 3 padrões + registrar + definir ritmo ideal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25 -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gênio está em saber quando focar e quando relaxar."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25: Alternância Estratégica entre Modos de Foco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