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Fechamento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25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Alternância Estratégica entre Modos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Dominar alternância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sinais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Personalizar ritmo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Focado: absorção, análise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Difuso: processamento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de alternar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 expandido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Blocos temáticos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+ movimento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Incubação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Personalizando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Seus picos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aguenta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difusas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disperso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Experimente, registre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 para calibrar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Maestria = dois modos + alternar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Sinais: cansaço, travou, energia voltou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Estratégias: Pomodoro, blocos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pessoa tem ritmo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Ritmo: 3 padrões + registrar + definir ideal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25 -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gênio sabe quando focar e quando relaxar."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25: Alternância Estratégica entre Modos</dc:title>
  <dc:subject>Foco e Produtividade nos Estudos</dc:subject>
  <dc:creator>Educa com Talento</dc:creator>
  <cp:lastModifiedBy>Educa com Talento</cp:lastModifiedBy>
  <cp:revision>1</cp:revision>
  <dcterms:created xsi:type="dcterms:W3CDTF">2025-12-18T19:58:59Z</dcterms:created>
  <dcterms:modified xsi:type="dcterms:W3CDTF">2025-12-18T19:58:59Z</dcterms:modified>
</cp:coreProperties>
</file>