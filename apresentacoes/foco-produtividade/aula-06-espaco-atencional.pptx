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Protegendo Seu Espaço Atencional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conceito de espaço atencional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os 4 tipos de invasores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 de proteção e expansão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Espaço Atencional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Arena mental com capacidade limitada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Apenas 3-4 itens por vez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depende de limpeza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4 Invasores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Tarefas concorrentes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Preocupações não resolvidas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Estímulos ambientais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 mentais repetitivos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Proteção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loops abertos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Unitarefa radical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temporal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Comunicação de limites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com Treino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Meditação focada diária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gradual de blocos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de atenção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atencional é limitado (3-4 itens apenas)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invasores: tarefas, preocupações, estímulos, loops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Proteção: fechar loops, unitarefa, blindagem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é possível com treino consistente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Limpeza do Espaço Atencional: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Brain dump: escreva TUDO na sua mente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Categorize: Fazer / Agendar / Deletar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Feche os loops pendentes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Faça uma sessão de 45 min de foco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Compare com suas sessões normais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06 -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mente é um santuário. Escolha com cuidado o que você permite entrar.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06: Protegendo Seu Espaço Atencional</dc:title>
  <dc:subject>Foco e Produtividade nos Estudos</dc:subject>
  <dc:creator>Educa com Talento</dc:creator>
  <cp:lastModifiedBy>Educa com Talento</cp:lastModifiedBy>
  <cp:revision>1</cp:revision>
  <dcterms:created xsi:type="dcterms:W3CDTF">2025-12-18T20:13:22Z</dcterms:created>
  <dcterms:modified xsi:type="dcterms:W3CDTF">2025-12-18T20:13:22Z</dcterms:modified>
</cp:coreProperties>
</file>