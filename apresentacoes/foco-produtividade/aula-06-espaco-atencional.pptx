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Protegendo Seu Espaço Atencional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espaço atencional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4 invasores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proteção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 mental limitada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Capacidade: 3-4 itens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vs. quantidade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Invasores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concorrentes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Preocupações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Estímulos ambientais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repetitivos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Proteção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loops abertos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Unitarefa radical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temporal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focada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gradual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limitado (3-4 itens)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invasores a combater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loops, unitarefa, blindagem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possível com treino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do Espaço: Brain dump + categorização + sessão teste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06 -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"Sua mente é um santuário. Escolha o que permite entrar."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06: Protegendo Seu Espaço Atencional</dc:title>
  <dc:subject>Foco e Produtividade nos Estudos</dc:subject>
  <dc:creator>Educa com Talento</dc:creator>
  <cp:lastModifiedBy>Educa com Talento</cp:lastModifiedBy>
  <cp:revision>1</cp:revision>
  <dcterms:created xsi:type="dcterms:W3CDTF">2025-12-18T19:58:57Z</dcterms:created>
  <dcterms:modified xsi:type="dcterms:W3CDTF">2025-12-18T19:58:57Z</dcterms:modified>
</cp:coreProperties>
</file>