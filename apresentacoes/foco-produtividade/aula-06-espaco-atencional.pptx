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Bem-vindo ao Bloco 2: Atenção! Nas próximas cinco aulas, vamos mergulhar fundo em como funciona sua atenção e como dominá-la.
Hoje, vamos falar sobre um conceito que vai mudar sua forma de pensar sobre foco: o Espaço Atencional.
Imagine sua atenção como uma arena, um espaço mental onde acontece o processamento consciente. Tudo que você percebe, pensa e trabalha ativamente ocupa lugar nessa arena. E aqui está o ponto crucial: esse espaço é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Bem-vindo ao Bloco 2: Atenção! Nas próximas cinco aulas, vamos mergulhar fundo em como funciona sua atenção e como dominá-la.
Hoje, vamos falar sobre um conceito que vai mudar sua forma de pensar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é espaço atencional
Pense na sua atenção como uma mesa de trabalho mental. Você só consegue trabalhar efetivamente com o que está em cima da mesa. Se a mesa está lotada de coisas, você não consegue trabalhar em nada direito.
Pesquisas mostram que conseguimos manter apenas 3 a 4 itens no espaço atencional ao mesmo tempo. Não mais. Isso é fisiológico, não é falta de capacidade sua.
Quando você tenta colocar mais itens, algo precisa sair. Ou então tudo fica sendo processado superficialmente. É por isso que estudar enquanto pensa na conversa de ontem, na conta que precisa pagar, e na mensagem que acabou de chegar resulta em zero absorção.
A qualidade do seu foco depende diretamente de quão limpo está seu espaço atencional.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invasores do espaço atencional
Existem quatro tipos principais de invasores:
1. Tarefas concorrentes: Tentar fazer duas coisas ao mesmo tempo divide o espaço. Estudar enquanto responde mensagens significa que nem estuda direito nem responde direito.
2. Preocupações não resolvidas: Aquele problema que você está evitando? Ele ocupa espaço mesmo quando você não está pensando ativamente nele. É um processo de fundo que drena recursos.
3. Estímulos ambientais: Cada notificação, cada barulho, cada movimento no seu campo de visão pede um pedacinho de atenção. Mesmo que você não reaja, o cérebro precisa processar e decidir ignorar.
4. Loops mentais repetitivos: Pensamentos que ficam voltando. "Será que fiz certo?" "E se der errado?" Esses loops são particularmente drenantes porque você gasta energia sem resolver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Técnicas de proteção
1. Fechamento de loops abertos:
- Antes de estudar, faça uma lista de tudo que está "pendente" na sua mente
- Para cada item, defina: vou fazer agora, vou agendar para depois, ou vou deletar
- O ato de decidir fecha o loop, mesmo que a ação fique para depois
2. Unitarefa radical:
- Uma coisa de cada vez, sem exceção
- Se precisa responder uma mensagem urgente, pare, responda completamente, depois volte
- Melhor dois blocos de foco puro que um bloco longo interrompido
3. Blindagem temporal:
- Defina horários específicos para foco (ex: 9h-11h)
- Comunique que você estará indisponível
- Trate esse tempo como uma reunião importante - porque é
4. Comunicação de limites:
- "Estou em período de foco, respondo em 2 horas"
- Crie um sinal físico (porta fechada, fone de ouvido)
- Eduque as pessoas ao redor sobre seus horários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Exercícios de expansão
A boa notícia? O espaço atencional pode ser treinado:
Meditação focada: 10 minutos por dia focando na respiração. Quando a mente vagar, gentilmente voltar. Isso fortalece o "músculo" do foco.
Prática gradual: Comece com blocos de 25 minutos de foco puro. Gradualmente aumente para 45, depois 60, depois 90.
Desafios de atenção: Leia um artigo complexo sem fazer mais nada. Assista uma palestra sem olhar o celular. Cada vez que resiste a uma distração, fica mais forte.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 Espaço atencional é limitado (3-4 itens). Invasores: tarefas, preocupações, estímulos, loops. Proteção: fechar loops, unitarefa, blindagem, comunicação. Expansão é possível com treino consistente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 Espaço atencional é limitado (3-4 itens). Invasores: tarefas, preocupações, estímulos, loops. Proteção: fechar loops, unitarefa, blindagem, comunicação. Expansão é possível com treino consistente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 espaço atencional é seu recurso mais valioso para o aprendizado. Proteja-o como protegeria algo precioso:
- Mantenha poucos itens de cada vez
- Feche loops abertos antes de estudar
- Pratique a unitarefa radical
- Comunique seus limites
- Treine para expandir sua capacidade
Na Aula 7, vamos aprender sobre Rituais de Entrada no Foco - sequências específicas que sinalizam para seu cérebro que é hora de entrar em hiperfoco.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Atenção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e Protegendo Seu Espaço Atencional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~22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 é limitado (3-4 itens)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Invasores: tarefas, preocupações, estímulos, loops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Proteção: fechar loops, unitarefa, blindagem, comunicação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espaço atencional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 e metáfora da "arena mental"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 limitada (3-4 itens)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vs. quantidade no espaço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invasores do espaço atencional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concorrentes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Preocupações não resolvidas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Estímulos ambientais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 mentais repetitivos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proteção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de "loops abertos"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Unitarefa radical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temporal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Comunicação de limites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 de expansão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Meditação focada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gradual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da atenção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 é limitado (3-4 itens)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Invasores: tarefas, preocupações, estímulos, loops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Proteção: fechar loops, unitarefa, blindagem, comunicação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é possível com treino consistente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309360" y="1325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 é limitado (3-4 itens)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14884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9" name="Text 6"/>
          <p:cNvSpPr/>
          <p:nvPr/>
        </p:nvSpPr>
        <p:spPr>
          <a:xfrm>
            <a:off x="630936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Invasores: tarefas, preocupações, estímulos, loops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43600" y="292608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2880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Proteção: fechar loops, unitarefa, blindagem, comunicação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70332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0"/>
          <p:cNvSpPr/>
          <p:nvPr/>
        </p:nvSpPr>
        <p:spPr>
          <a:xfrm>
            <a:off x="6309360" y="3657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é possível com treino consistente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06 -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mente é um santuário. Escolha com cuidado o que você permite entrar.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06: Definindo e Protegendo Seu Espaço Atencional</dc:title>
  <dc:subject>Foco e Produtividade nos Estudos</dc:subject>
  <dc:creator>Educa com Talento</dc:creator>
  <cp:lastModifiedBy>Educa com Talento</cp:lastModifiedBy>
  <cp:revision>1</cp:revision>
  <dcterms:created xsi:type="dcterms:W3CDTF">2025-12-18T20:33:53Z</dcterms:created>
  <dcterms:modified xsi:type="dcterms:W3CDTF">2025-12-18T20:33:53Z</dcterms:modified>
</cp:coreProperties>
</file>