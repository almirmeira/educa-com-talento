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Atenção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Definindo e Protegendo Seu Espaço Atencional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conceito de espaço atencional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os 4 invasores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técnicas de proteção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Atencional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mental limitada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Capacidade: 3-4 itens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vs. quantidade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Invasores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concorrentes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Preocupações não resolvidas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Estímulos ambientais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repetitivos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Proteção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loops abertos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Unitarefa radical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temporal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Meditação focada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gradual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da atenção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limitado (3-4 itens)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Invasores: tarefas, preocupações, estímulos, loops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Proteção: fechar loops, unitarefa, blindagem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possível com treino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 do Espaço Atencional: Brain dump + categorização + sessão teste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06 - Encerramento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"Sua mente é um santuário. Escolha com cuidado o que permite entrar."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06: Definindo e Protegendo Seu Espaço Atencional</dc:title>
  <dc:subject>Foco e Produtividade nos Estudos</dc:subject>
  <dc:creator>Educa com Talento</dc:creator>
  <cp:lastModifiedBy>Educa com Talento</cp:lastModifiedBy>
  <cp:revision>1</cp:revision>
  <dcterms:created xsi:type="dcterms:W3CDTF">2025-12-18T19:08:05Z</dcterms:created>
  <dcterms:modified xsi:type="dcterms:W3CDTF">2025-12-18T19:08:05Z</dcterms:modified>
</cp:coreProperties>
</file>