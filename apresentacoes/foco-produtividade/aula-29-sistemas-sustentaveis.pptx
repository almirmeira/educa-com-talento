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Sistemas Sustentáveis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sistemas e objetivos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seu sistema completo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com revisões e ajustes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vs. Objetivos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&gt; metas isoladas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(presente) vs. resultado (futuro)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&gt; resultado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Sistema Completo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otimizado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de entrada/saída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 + pausas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+ alternância + recuperação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semanal/mensal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e iteração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quebrar as regras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Evoluir com você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Mentalidade de Longo Prazo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Estudar para a vida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Aprendizado contínuo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de aprendiz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&gt; objetivos para sustentabilidade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Integre: ambiente, rituais, blocos, técnicas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Manutenção: revisão semanal/mensal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de aprendiz contínuo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Documentando Meu Sistema: Escrever sistema completo + ciclos de revisão + declarar identidade + executar 2 semanas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29 -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sobe ao nível dos objetivos. Você cai ao nível dos sistemas."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29: Construindo Sistemas Sustentáveis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