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2 - Maestria | Bloco: Maestria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73152" cy="22860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1097280" cy="109728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28800" y="14630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Construindo Sistemas Sustentáveis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23774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e Produtividade nos Estudos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28800" y="3017520"/>
            <a:ext cx="27432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474720"/>
            <a:ext cx="2560320" cy="7315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Duração: ~25 min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3474720"/>
            <a:ext cx="2560320" cy="7315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Nível: Intermediário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3474720"/>
            <a:ext cx="2560320" cy="7315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Prático</a:t>
            </a:r>
            <a:endParaRPr lang="en-US" sz="11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Objetivos da Aula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34440"/>
            <a:ext cx="548640" cy="54864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325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Diferenciar sistemas de objetivos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82296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24028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31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3317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seu sistema completo de estudo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8229600" cy="82296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24612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375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3375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Manter com revisões e ajustes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869680" y="1097280"/>
            <a:ext cx="91440" cy="3017520"/>
          </a:xfrm>
          <a:prstGeom prst="rect">
            <a:avLst/>
          </a:prstGeom>
          <a:solidFill>
            <a:srgbClr val="667EEA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22860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vs. Objetivos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superam metas isoladas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2402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 (presente) vs. Resultado (futuro)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109728" cy="7772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154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1546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Identidade supera resultado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667EE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667EEA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45720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 Sistema Completo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otimizado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10972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0972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7492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Rituais de entrada e saída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0116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Blocos de foco + pausas reais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20116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0116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749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Técnicas + alternância + recuperação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6858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Manutenção do Sistema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semanal: o que funcionou?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10972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0972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7492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mensal: mudanças maiores?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0116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Flexibilidade: quando quebrar regras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20116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0116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749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Evolução: cresce junto com você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Mentalidade de Longo Prazo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Estude para a vida, não só para prova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2402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Aprendizado contínuo como identidade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109728" cy="777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154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1546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"Sou uma pessoa que estuda todo dia"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9333E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9333EA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Pontos-Chave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097280"/>
            <a:ext cx="54864" cy="3200400"/>
          </a:xfrm>
          <a:prstGeom prst="rect">
            <a:avLst/>
          </a:prstGeom>
          <a:solidFill>
            <a:srgbClr val="3D3D5C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88720"/>
            <a:ext cx="457200" cy="45720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34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88720" y="109728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2344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são mais sustentáveis que objetivos isolados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011680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057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88720" y="192024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205740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Integre: ambiente + rituais + blocos + técnicas + recuperação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83464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880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88720" y="274320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28803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Manutenção: revisão semanal e mensal, flexibilidade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3657600"/>
            <a:ext cx="457200" cy="45720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703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88720" y="356616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37033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Adote identidade de aprendiz contínuo</a:t>
            </a:r>
            <a:endParaRPr lang="en-US" sz="14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Atividade Prática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560320"/>
          </a:xfrm>
          <a:prstGeom prst="roundRect">
            <a:avLst/>
          </a:prstGeom>
          <a:solidFill>
            <a:srgbClr val="2A2A4A"/>
          </a:solidFill>
          <a:ln w="38100">
            <a:solidFill>
              <a:srgbClr val="22C5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80160"/>
            <a:ext cx="731520" cy="7315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45920" y="1280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Missão: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737360"/>
            <a:ext cx="6766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Documentando Meu Sistema: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Escreva seu sistema completo (ambiente, rituais, rotina)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Defina ciclos de revisão (semanal, mensal)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Complete: "Eu sou uma pessoa que ___"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Execute por 2 semanas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Faça primeira revisão e ajuste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8229600" cy="64008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 Envie na área de atividades do Moodle</a:t>
            </a:r>
            <a:endParaRPr lang="en-US" sz="13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29 - Encerramento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2743200" cy="914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0" y="822960"/>
            <a:ext cx="2743200" cy="914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0" y="822960"/>
            <a:ext cx="2743200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371600"/>
            <a:ext cx="7315200" cy="182880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3716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667E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371600" y="173736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não sobe ao nível dos seus objetivos. Você cai ao nível dos seus sistemas. - James Clear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384048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 com Talento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251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www.educacomtalento.com.br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3886200"/>
            <a:ext cx="22860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Educa com Talento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29: Construindo Sistemas Sustentáveis</dc:title>
  <dc:subject>Foco e Produtividade nos Estudos</dc:subject>
  <dc:creator>Educa com Talento</dc:creator>
  <cp:lastModifiedBy>Educa com Talento</cp:lastModifiedBy>
  <cp:revision>1</cp:revision>
  <dcterms:created xsi:type="dcterms:W3CDTF">2025-12-18T20:13:26Z</dcterms:created>
  <dcterms:modified xsi:type="dcterms:W3CDTF">2025-12-18T20:13:26Z</dcterms:modified>
</cp:coreProperties>
</file>