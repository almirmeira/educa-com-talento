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2 - Maestria | Bloco: Maestria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29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57200" y="21945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Construindo Sistemas Sustentáveis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57200" y="3840480"/>
            <a:ext cx="1828800" cy="45720"/>
          </a:xfrm>
          <a:prstGeom prst="rect">
            <a:avLst/>
          </a:prstGeom>
          <a:solidFill>
            <a:srgbClr val="22C55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da Aula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005840" y="1188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Diferenciar sistemas e objetivos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182880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05840" y="1828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Criar sistema completo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57200" y="246888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005840" y="2468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Manter com revisões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Sistemas vs. Objetivos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Sistemas &gt; metas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 vs. resultado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Identidade &gt; resultado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Completo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Rituais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Blocos + pausas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22960" y="26974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 + alternância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Manutenção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semanal/mensal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Ajustes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quebrar regras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22960" y="26974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Evoluir junto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Longo Prazo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Estudar para vida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Aprendizado contínuo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Identidade de aprendiz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Pontos-Chave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Sistemas &gt; objetivos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7373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17373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Integre: ambiente, rituais, blocos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28600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22960" y="2286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Manutenção: revisão semanal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" y="28346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8346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Identidade de aprendiz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 Prática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280160"/>
            <a:ext cx="78638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Documentar Sistema: completo + revisões + identidade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Envie na área de atividades do Moodle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29 - Encerramento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914400" y="1371600"/>
            <a:ext cx="7315200" cy="1645920"/>
          </a:xfrm>
          <a:prstGeom prst="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97280" y="155448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"Você cai ao nível dos sistemas."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29: Construindo Sistemas Sustentáveis</dc:title>
  <dc:subject>Foco e Produtividade nos Estudos</dc:subject>
  <dc:creator>Educa com Talento</dc:creator>
  <cp:lastModifiedBy>Educa com Talento</cp:lastModifiedBy>
  <cp:revision>1</cp:revision>
  <dcterms:created xsi:type="dcterms:W3CDTF">2025-12-18T19:59:00Z</dcterms:created>
  <dcterms:modified xsi:type="dcterms:W3CDTF">2025-12-18T19:59:00Z</dcterms:modified>
</cp:coreProperties>
</file>