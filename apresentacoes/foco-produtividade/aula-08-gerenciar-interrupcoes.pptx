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2880"/>
            <a:ext cx="1097280" cy="4572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| Bloco: Atenção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08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Arte de Gerenciar Interrupções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o custo real das interrupções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Classificar tipos de interrupção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protocolos de gerenciamento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das Interrupções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minutos para retomar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Interrupções cascata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existe "rapidinho"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Tipos de Interrupção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Externas urgentes (raras)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Externas não-urgentes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Auto-interrupções (traiçoeiras)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Protocolos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Urgentes: avaliar + anotar + voltar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Não-urgentes: resposta padrão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Auto: anotar impulso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Recuperação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 "onde eu estava"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Notas de contexto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Mini-ritual de retorno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Interrupção = 23 min para retomar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tipos: urgentes, não-urgentes, auto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Protocolos específicos para cada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Recuperação: onde estava + notas + ritual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Diário de Interrupções (3 dias): Registrar hora, tipo, duração, tempo para voltar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08 - Encerramento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"Não é sobre eliminar interrupções. É sobre não ser refém delas."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08: A Arte de Gerenciar Interrupções</dc:title>
  <dc:subject>Foco e Produtividade nos Estudos</dc:subject>
  <dc:creator>Educa com Talento</dc:creator>
  <cp:lastModifiedBy>Educa com Talento</cp:lastModifiedBy>
  <cp:revision>1</cp:revision>
  <dcterms:created xsi:type="dcterms:W3CDTF">2025-12-18T19:08:05Z</dcterms:created>
  <dcterms:modified xsi:type="dcterms:W3CDTF">2025-12-18T19:08:05Z</dcterms:modified>
</cp:coreProperties>
</file>