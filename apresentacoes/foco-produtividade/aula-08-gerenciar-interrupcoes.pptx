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Hiperfoco | Bloco: Atenção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73152" cy="2286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0" cy="109728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Arte de Gerenciar Interrupções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Duração: ~25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Nível: Intermediário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Prático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Objetivos da Aula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custo real das interrupções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Classificar os 3 tipos de interrupção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protocolos de gerenciamento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0" y="1097280"/>
            <a:ext cx="91440" cy="301752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2860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Custo Real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minutos para retomar o foco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Interrupções cascata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existe "rapidinho"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4572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Tipos de Interrupção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Externas urgentes (raras)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Externas não-urgentes (maioria)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Auto-interrupções (traiçoeiras)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6858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por Tipo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Urgentes: avaliar + anotar + voltar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Não-urgentes: resposta padrão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Auto: anotar impulso, não agir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Recuperação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 "onde eu estava"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de contexto sempre abertas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Mini-ritual de retorno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Pontos-Chave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97280"/>
            <a:ext cx="54864" cy="3200400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8872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09728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2344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interrupção custa 23 minutos de foco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192024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0574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tipos: urgentes, não-urgentes, auto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80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" y="274320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880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específicos para cada tipo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8720" y="356616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703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Recuperação: onde estava + notas + mini-ritual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Atividade Prática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/>
          </a:prstGeom>
          <a:solidFill>
            <a:srgbClr val="2A2A4A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Missão: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Diário de Interrupções (3 dias):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Toda interrupção: anote hora e tipo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Registre duração e tempo para voltar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Identifique padrões recorrentes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Crie protocolo para cada padrão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Implemente e compare resultados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640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Envie na área de atividades do Moodle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08 - Encerramento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2743200" cy="914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822960"/>
            <a:ext cx="274320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822960"/>
            <a:ext cx="27432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667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sobre eliminar todas as interrupções. É sobre não ser refém delas.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384048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886200"/>
            <a:ext cx="22860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08: A Arte de Gerenciar Interrupções</dc:title>
  <dc:subject>Foco e Produtividade nos Estudos</dc:subject>
  <dc:creator>Educa com Talento</dc:creator>
  <cp:lastModifiedBy>Educa com Talento</cp:lastModifiedBy>
  <cp:revision>1</cp:revision>
  <dcterms:created xsi:type="dcterms:W3CDTF">2025-12-18T20:13:22Z</dcterms:created>
  <dcterms:modified xsi:type="dcterms:W3CDTF">2025-12-18T20:13:22Z</dcterms:modified>
</cp:coreProperties>
</file>