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Atenção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08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Arte de Gerenciar Interrupções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custo das interrupções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Classificar tipos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protocolos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das Interrupções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minutos para retomar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Interrupções cascata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existe "rapidinho"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Externas urgentes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Externas não-urgentes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Auto-interrupções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Protocolos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Urgentes: avaliar + anotar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Não-urgentes: resposta padrão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Auto: anotar impulso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Recuperação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 "onde eu estava"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Notas de contexto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Mini-ritual de retorno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Interrupção = 23 min perdidos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tipos diferentes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Protocolos específicos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Recuperação: onde estava + notas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Diário de Interrupções (3 dias): hora, tipo, duração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08 - Encerramento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"Não é eliminar interrupções. É não ser refém delas."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08: A Arte de Gerenciar Interrupções</dc:title>
  <dc:subject>Foco e Produtividade nos Estudos</dc:subject>
  <dc:creator>Educa com Talento</dc:creator>
  <cp:lastModifiedBy>Educa com Talento</cp:lastModifiedBy>
  <cp:revision>1</cp:revision>
  <dcterms:created xsi:type="dcterms:W3CDTF">2025-12-18T19:58:58Z</dcterms:created>
  <dcterms:modified xsi:type="dcterms:W3CDTF">2025-12-18T19:58:58Z</dcterms:modified>
</cp:coreProperties>
</file>