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está em pleno foco, entendendo um conceito complexo, quando... o telefone toca. Alguém bate na porta. Uma notificação surge. E seu foco? Foi-se.
Interrupções acontecem. O objetivo não é viver numa bolha isolada, mas saber gerenciar quando elas ocorrem.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Você está em pleno foco, entendendo um conceito complexo, quando... o telefone toca. Alguém bate na porta. Uma notificação surge. E seu foco? Foi-se.
Interrupções acontecem. O objetivo não é viver nu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custo das interrupções
Pesquisas da Universidade da Califórnia mostram que leva em média 23 minutos para retomar o foco profundo após uma interrupção. Vinte e três minutos!
E pior: raramente é uma interrupção só. Uma leva a outra. Você atende o telefone, aí lembra de uma mensagem, aí vê uma notificação... quando percebe, meia hora se passou.
E aquela "interrupção rapidinha de 30 segundos"? Não existe. O tempo da interrupção é pequeno. O tempo para voltar ao foco é gigante.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de interrupções
Externas Urgentes: Emergências reais. Seu filho se machucou. O trabalho pegando fogo. São raras, mas existem.
Externas Não-Urgentes: A maioria. Aquela ligação que poderia ser respondida depois. A pessoa que "só quer perguntar uma coisa". Parecem urgentes, não são.
Auto-interrupções: As mais traiçoeiras. Você mesmo decide olhar o celular. Você mesmo levanta para pegar um café. Você mesmo abre uma nova aba.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Protocolos de gerenciamento
Para Urgentes:
- Avalie rapidamente: é realmente urgente?
- Se sim, lide com o necessário e anote onde parou
- Sem culpa, volte quando possível
Para Não-Urgentes:
- Resposta padrão: "Estou focado, posso te procurar em [horário]?"
- Notificações desligadas eliminam 90% dessas
- Eduque pessoas próximas sobre seus horários de foco
Para Auto-interrupções:
- Tenha papel ao lado - anote o impulso em vez de agir
- Pergunte: "isso pode esperar 1 hora?" (sempre pode)
- Reconheça o padrão - geralmente é fuga de algo difícil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Recuperação após interrupção
Quando a interrupção foi inevitável:
1. Técnica "onde eu estava": Antes de retomar, pause 10 segundos e reconstrua mentalmente o que estava fazendo.
2. Notas de contexto: Deixe sempre um rascunho aberto. Quando interrompido, anote rapidamente seu pensamento atual.
3. Mini-ritual de retorno: 3 respirações, releia última anotação, retome.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Registro (3 dias)
   - Toda vez que for interrompido, anote:
   - Hora, tipo (externa/auto), duração, tempo para voltar
2. Análise
   - Quais são os padrões?
   - Quais poderiam ser evitadas?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Interrupções vão acontecer. A diferença está em como você responde. Proteja seu foco proativamente, tenha protocolos prontos, e saiba recuperar quando necessário.
Na Aula 9, vamos identificar e eliminar os Ladrões de Tempo - aquelas atividades que parecem produtivas mas drenam seu tempo sem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de Gerenciar Interrupções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das interrupções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Pesquisa: 23 minutos para retomar o foco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cascata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mito da "interrupção rápida"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interrupções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externas urgentes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Interrupções externas não-urgentes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Auto-interrupções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de gerenciamento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para urgentes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para não-urgentes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para auto-interrupções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após interrupção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técnica do "onde eu estava"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de contexto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Mini-ritual de retorno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**Registro (3 dias)**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Toda vez que for interrompido, anote: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Hora, tipo (externa/auto), duração, tempo para voltar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**Análise**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Quais são os padrões?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Quais poderiam ser evitadas?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08 -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sobre eliminar todas as interrupções. É sobre não ser refém delas.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08: A Arte de Gerenciar Interrupções</dc:title>
  <dc:subject>Foco e Produtividade nos Estudos</dc:subject>
  <dc:creator>Educa com Talento</dc:creator>
  <cp:lastModifiedBy>Educa com Talento</cp:lastModifiedBy>
  <cp:revision>1</cp:revision>
  <dcterms:created xsi:type="dcterms:W3CDTF">2025-12-18T20:33:54Z</dcterms:created>
  <dcterms:modified xsi:type="dcterms:W3CDTF">2025-12-18T20:33:54Z</dcterms:modified>
</cp:coreProperties>
</file>