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Fundamentos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Equilíbrio Estável e Eliminação de Distrações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~25 min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3444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325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sistema de equilíbrio estável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402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31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as 3 camadas de distração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337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3375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protocolos de eliminação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Equilíbrio Estável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Bola na tigela vs. no topo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Focar = caminho de menor resistência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que se mantém sozinho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Camadas de Distração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Externas: ambiente físico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Internas: pensamentos invasivos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Emocionais: sentimentos que drenam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Protocolos de Eliminação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de captura para pensamentos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 do "depois"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Respiração para emoções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Sustentável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Rotina de preparação (5 min)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Ritual de entrada e saída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Pausas reais sem telas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9333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88720" y="109728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2344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Equilíbrio estável = foco como estado padrão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0116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188720" y="192024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205740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camadas: externa, interna, emocional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880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88720" y="274320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28803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camada tem seu protocolo específico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3657600"/>
            <a:ext cx="457200" cy="45720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703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88720" y="356616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0" y="370332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= rotina + rituais + pausas reais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Desenhando Meu Sistema de Foco: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Liste 5 distrações de cada camada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Crie protocolo para cada uma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Defina sua rotina de preparação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Teste o sistema por 3 dias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Ajuste o que não funcionou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05 -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não precisa de mais força de vontade. Você precisa de melhores sistemas. Agora você tem o seu.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05: Equilíbrio Estável e Eliminação de Distrações</dc:title>
  <dc:subject>Foco e Produtividade nos Estudos</dc:subject>
  <dc:creator>Educa com Talento</dc:creator>
  <cp:lastModifiedBy>Educa com Talento</cp:lastModifiedBy>
  <cp:revision>1</cp:revision>
  <dcterms:created xsi:type="dcterms:W3CDTF">2025-12-18T20:13:22Z</dcterms:created>
  <dcterms:modified xsi:type="dcterms:W3CDTF">2025-12-18T20:13:22Z</dcterms:modified>
</cp:coreProperties>
</file>