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1 - Hiperfoco | Bloco: Fundamentos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05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Equilíbrio Estável e Eliminação de Distrações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57200" y="3840480"/>
            <a:ext cx="1828800" cy="45720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da Aula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00584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sistema de equilíbrio estável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05840" y="1828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 3 camadas de distração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00584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protocolos de eliminação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Equilíbrio Estável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Bola na tigela vs. montanha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Focar = menor resistência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que se mantém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Camadas de Distração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Externas (ambiente)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Internas (pensamentos)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Emocionais (sentimentos)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Protocolos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Lista de captura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Poder do "depois"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 dos 5 minutos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Sustentável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Rotina de preparação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Ritual de entrada/saída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Pausas reais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Pontos-Chave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Equilíbrio estável = foco como padrão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737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17373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camadas: externa, interna, emocional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2860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22960" y="2286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Protocolos específicos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834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834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= rotina + rituais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 Prática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280160"/>
            <a:ext cx="7863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Desenhando Meu Sistema de Foco: Auditoria + protocolo + teste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Envie na área de atividades do Moodle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05 - Encerramento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914400" y="1371600"/>
            <a:ext cx="7315200" cy="1645920"/>
          </a:xfrm>
          <a:prstGeom prst="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55448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"Você não precisa de força de vontade. Precisa de melhores sistemas."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05: Equilíbrio Estável e Eliminação de Distrações</dc:title>
  <dc:subject>Foco e Produtividade nos Estudos</dc:subject>
  <dc:creator>Educa com Talento</dc:creator>
  <cp:lastModifiedBy>Educa com Talento</cp:lastModifiedBy>
  <cp:revision>1</cp:revision>
  <dcterms:created xsi:type="dcterms:W3CDTF">2025-12-18T19:58:57Z</dcterms:created>
  <dcterms:modified xsi:type="dcterms:W3CDTF">2025-12-18T19:58:57Z</dcterms:modified>
</cp:coreProperties>
</file>