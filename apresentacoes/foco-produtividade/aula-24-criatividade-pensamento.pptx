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acha que criatividade é só para artistas? Pense de novo. A capacidade de fazer conexões novas, ver problemas de ângulos diferentes e encontrar soluções não-óbvias é essencial em qualquer área de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Você acha que criatividade é só para artistas? Pense de novo. A capacidade de fazer conexões novas, ver problemas de ângulos diferentes e encontrar soluções não-óbvias é essencial em qualquer área 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Escolha um problema de estudo que está te travando
2. Aplique 3 técnicas:
   - Analogia: Isso é como o quê em outro contexto?
   - Inversão: E se eu fizesse o oposto?
   - Combinação: O que acontece se juntar com outra ideia?
3. Incubação: Pense no problema antes de dormir, anote ideias ao acordar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Criatividade não é mágica - é um processo que pode ser cultivado. Use o modo difuso estrategicamente e você vai resolver problemas que o modo focado sozinho não conseguiria.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2 - Foco Disperso e Maestria | Bloco: Foco Disperso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Criatividade e Pensamento Lateral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~20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neurociência da criatividade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Conexões improváveis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papel do modo difuso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do processo criativo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Estimulando criatividade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a ideias diversas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Combinando campos diferentes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"E se...?"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como catalisadores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Brainstorming individual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livres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Analogias e metáforas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Incubação de problemas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Aplicando nos estudos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problemas de formas diferentes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matérias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exemplos originais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**Escolha um problema** de estudo que está te travando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**Aplique 3 técnicas:**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Analogia: Isso é como o quê em outro contexto?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Inversão: E se eu fizesse o oposto?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Combinação: O que acontece se juntar com outra ideia?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**Incubação:** Pense no problema antes de dormir, anote ideias ao acordar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24 -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Criatividade é conectar coisas que outros não conectaram ainda.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24: Criatividade e Pensamento Lateral</dc:title>
  <dc:subject>Foco e Produtividade nos Estudos</dc:subject>
  <dc:creator>Educa com Talento</dc:creator>
  <cp:lastModifiedBy>Educa com Talento</cp:lastModifiedBy>
  <cp:revision>1</cp:revision>
  <dcterms:created xsi:type="dcterms:W3CDTF">2025-12-18T20:34:04Z</dcterms:created>
  <dcterms:modified xsi:type="dcterms:W3CDTF">2025-12-18T20:34:04Z</dcterms:modified>
</cp:coreProperties>
</file>