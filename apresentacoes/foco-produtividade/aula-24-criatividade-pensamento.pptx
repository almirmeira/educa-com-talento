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24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e Pensamento Lateral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neurociência da criatividade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Estimular pensamento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Conexões improváveis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 do modo difuso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fases: preparar, incubar, iluminar, verificar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diversa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Combinar campos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"E se...?"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catalisam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livres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Analogias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diferente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matérias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exemplos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= conexões novas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difuso é essencial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exposição, analogias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Aplicável a qualquer área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Pensamento Lateral: problema + 3 técnicas + incubar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24 -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"Criatividade é conectar o que outros não conectaram."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24: Criatividade e Pensamento Lateral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