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82880"/>
            <a:ext cx="1097280" cy="4572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Foco Disperso | Bloco: Foco Disperso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1945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Criatividade e Pensamento Lateral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384048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da Aula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05840" y="1188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neurociência da criatividade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1828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Estimular pensamento criativo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65760" cy="365760"/>
          </a:xfrm>
          <a:prstGeom prst="rect">
            <a:avLst/>
          </a:prstGeom>
          <a:solidFill>
            <a:srgbClr val="22C55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2468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técnicas práticas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Neurociência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Conexões improváveis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 do modo difuso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Fases: preparação, incubação, iluminação, verificação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Estimulando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a ideias diversas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Combinar campos diferentes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"E se...?"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como catalisadores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Práticas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Brainstorming individual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mentais livres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Analogias e metáforas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6974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26974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Incubação de problemas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Aplicando nos Estudos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Resolver de formas diferentes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1691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matérias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194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exemplos originais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Pontos-Chave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Criatividade = conexões novas, cultivável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difuso é essencial para o processo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Técnicas: exposição, analogias, incubação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Aplicável a qualquer área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Atividade Prática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80160"/>
            <a:ext cx="78638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Pensamento Lateral: Problema travado + 3 técnicas (analogia, inversão, combinação) + incubar + registrar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Envie na área de atividades do Moodle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228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24 - Encerramento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14400" y="1371600"/>
            <a:ext cx="7315200" cy="1645920"/>
          </a:xfrm>
          <a:prstGeom prst="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"Criatividade é conectar coisas que outros não conectaram ainda."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24: Criatividade e Pensamento Lateral</dc:title>
  <dc:subject>Foco e Produtividade nos Estudos</dc:subject>
  <dc:creator>Educa com Talento</dc:creator>
  <cp:lastModifiedBy>Educa com Talento</cp:lastModifiedBy>
  <cp:revision>1</cp:revision>
  <dcterms:created xsi:type="dcterms:W3CDTF">2025-12-18T19:08:05Z</dcterms:created>
  <dcterms:modified xsi:type="dcterms:W3CDTF">2025-12-18T19:08:05Z</dcterms:modified>
</cp:coreProperties>
</file>