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Aprendizagem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Avançadas de Leitura Ativa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leitura passiva e ativa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 técnica SQ3R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Processar conteúdo profundamente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vs. estudar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 de "ler várias vezes"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Sublinhado não funciona sozinho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SQ3R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(examinar)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(questionar)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(ler buscando)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Recite (recitar)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(revisar)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Profundo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Parafrasear com suas palavras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com conhecimento prévio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exemplos próprios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Prático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leitura: visão geral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leitura: profundidade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Pós-leitura: síntese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ativa &gt; releitura passiva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SQ3R: Survey, Question, Read, Recite, 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Processar: parafrasear, conectar, exemplificar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leitura ativa = cinco passivas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SQ3R: Escolher texto de 5-10 páginas + aplicar cada passo + comparar retenção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11 - Encerramento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leitura ativa exige mais no momento, mas economiza tempo no longo prazo."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11: Técnicas Avançadas de Leitura Ativa</dc:title>
  <dc:subject>Foco e Produtividade nos Estudos</dc:subject>
  <dc:creator>Educa com Talento</dc:creator>
  <cp:lastModifiedBy>Educa com Talento</cp:lastModifiedBy>
  <cp:revision>1</cp:revision>
  <dcterms:created xsi:type="dcterms:W3CDTF">2025-12-18T19:08:05Z</dcterms:created>
  <dcterms:modified xsi:type="dcterms:W3CDTF">2025-12-18T19:08:05Z</dcterms:modified>
</cp:coreProperties>
</file>