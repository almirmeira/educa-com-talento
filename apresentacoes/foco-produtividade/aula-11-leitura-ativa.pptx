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Quantas vezes você leu um capítulo inteiro e, ao fechar o livro, percebeu que não lembra de praticamente nada? Isso acontece porque existe uma diferença enorme entre ler e estudar.
Leitura passiva - aquela em que seus olhos passam pelas palavras mas sua mente está em outro lugar - é uma das maiores armadilhas do estudo. Hoje você vai aprender técnicas de Leitura Ativa que transformam cada página lida em conhecimento retido.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Quantas vezes você leu um capítulo inteiro e, ao fechar o livro, percebeu que não lembra de praticamente nada? Isso acontece porque existe uma diferença enorme entre ler e estudar.
Leitura pa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 Conceitos fundamentais apresentados. Técnicas práticas demonstradas. Aplicação imediata possível. Conexão com próximos conteúdos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 Conceitos fundamentais apresentados. Técnicas práticas demonstradas. Aplicação imediata possível. Conexão com próximos conteúdos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Escolha um texto de 5-10 páginas do seu material de estudo
2. Aplique a técnica SQ3R passo a passo:
   - Faça o survey (5 min)
   - Crie 5 perguntas a partir dos títulos
   - Leia buscando as respostas
   - Recite sem olhar o texto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ativa exige mais esforço no momento, mas economiza tempo no longo prazo porque você realmente retém o conteúdo. Uma leitura ativa vale mais que cinco leituras passivas.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Aprendizagem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Avançadas de Leitura Ativa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~20-25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da leitura passiva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vs. Estudar: diferença crucial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mito de "ler várias vezes"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sublinhado sozinho não funciona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leitura ativa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SQ3R (Survey, Question, Read, Recite, Review)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Anotações marginais inteligentes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antes de ler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 profundo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Parafrasear com suas palavras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com conhecimento prévio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exemplos próprios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prático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leitura: visão geral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leitura: profundidade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Pós-leitura: síntese e revisão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com próximos conteúdos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43600" y="137160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4"/>
          <p:cNvSpPr/>
          <p:nvPr/>
        </p:nvSpPr>
        <p:spPr>
          <a:xfrm>
            <a:off x="6309360" y="13258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0" y="214884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9" name="Text 6"/>
          <p:cNvSpPr/>
          <p:nvPr/>
        </p:nvSpPr>
        <p:spPr>
          <a:xfrm>
            <a:off x="6309360" y="21031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43600" y="292608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1" name="Text 8"/>
          <p:cNvSpPr/>
          <p:nvPr/>
        </p:nvSpPr>
        <p:spPr>
          <a:xfrm>
            <a:off x="6309360" y="28803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370332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3" name="Text 10"/>
          <p:cNvSpPr/>
          <p:nvPr/>
        </p:nvSpPr>
        <p:spPr>
          <a:xfrm>
            <a:off x="6309360" y="3657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com próximos conteúdos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**Escolha um texto** de 5-10 páginas do seu material de estudo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**Aplique a técnica SQ3R** passo a passo: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Faça o survey (5 min)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Crie 5 perguntas a partir dos títulos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Leia buscando as respostas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Recite sem olhar o texto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11 -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11: Técnicas Avançadas de Leitura Ativa</dc:title>
  <dc:subject>Foco e Produtividade nos Estudos</dc:subject>
  <dc:creator>Educa com Talento</dc:creator>
  <cp:lastModifiedBy>Educa com Talento</cp:lastModifiedBy>
  <cp:revision>1</cp:revision>
  <dcterms:created xsi:type="dcterms:W3CDTF">2025-12-18T20:33:56Z</dcterms:created>
  <dcterms:modified xsi:type="dcterms:W3CDTF">2025-12-18T20:33:56Z</dcterms:modified>
</cp:coreProperties>
</file>