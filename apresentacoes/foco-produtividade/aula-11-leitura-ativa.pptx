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Aprendizagem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73152" cy="22860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1097280" cy="10972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146304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de Leitura Ativa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3017520"/>
            <a:ext cx="27432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Duração: ~25 min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Nível: Intermediário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Prático</a:t>
            </a:r>
            <a:endParaRPr lang="en-US" sz="11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Objetivos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23444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2588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325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Diferenciar leitura passiva e ativa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24028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3317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3317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Dominar a técnica SQ3R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24612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3375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33375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Processar conteúdo profundamente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869680" y="1097280"/>
            <a:ext cx="91440" cy="301752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22860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 da Passividade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 não é estudar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Reler várias vezes não funciona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Sublinhado sozinho é inútil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667EE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4572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Técnica SQ3R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Survey: examinar estrutura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Question: criar perguntas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Read: ler buscando respostas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Recite: dizer sem olhar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29260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60120" y="31546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Review: revisar regularmente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22C55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6858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Processamento Profundo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Parafrasear com suas palavras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Conectar com conhecimento prévio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seus próprios exemplos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3B82F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Prático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1ª leitura: visão geral (5 min)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2ª leitura: profundidade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Pós-leitura: síntese escrita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9333E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9333EA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Pontos-Chave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097280"/>
            <a:ext cx="54864" cy="3200400"/>
          </a:xfrm>
          <a:prstGeom prst="rect">
            <a:avLst/>
          </a:prstGeom>
          <a:solidFill>
            <a:srgbClr val="3D3D5C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188720"/>
            <a:ext cx="457200" cy="4572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2344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188720" y="109728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123444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 ativa supera releitura passiva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011680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0574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188720" y="192024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0" y="205740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SQ3R: Survey, Question, Read, Recite, Review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283464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8803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188720" y="274320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1600" y="288036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Processar: parafrasear, conectar, exemplificar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" y="3657600"/>
            <a:ext cx="457200" cy="45720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37033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188720" y="356616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0" y="370332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leitura ativa vale cinco passivas</a:t>
            </a:r>
            <a:endParaRPr lang="en-US" sz="14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Atividade Prática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560320"/>
          </a:xfrm>
          <a:prstGeom prst="roundRect">
            <a:avLst/>
          </a:prstGeom>
          <a:solidFill>
            <a:srgbClr val="2A2A4A"/>
          </a:solidFill>
          <a:ln w="381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Missão: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Aplicando SQ3R: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Escolha texto de 5-10 páginas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Survey: examine por 5 minutos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Crie 5 perguntas dos títulos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Leia buscando as respostas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Recite sem olhar e compare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640080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Envie na área de atividades do Moodle</a:t>
            </a:r>
            <a:endParaRPr lang="en-US" sz="13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11 - Encerramento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2743200" cy="914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822960"/>
            <a:ext cx="2743200" cy="914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0" y="822960"/>
            <a:ext cx="2743200" cy="91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182880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3716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667E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71600" y="17373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leitura ativa exige mais esforço no momento, mas economiza horas no longo prazo.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384048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0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3886200"/>
            <a:ext cx="22860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11: Técnicas de Leitura Ativa</dc:title>
  <dc:subject>Foco e Produtividade nos Estudos</dc:subject>
  <dc:creator>Educa com Talento</dc:creator>
  <cp:lastModifiedBy>Educa com Talento</cp:lastModifiedBy>
  <cp:revision>1</cp:revision>
  <dcterms:created xsi:type="dcterms:W3CDTF">2025-12-18T20:13:23Z</dcterms:created>
  <dcterms:modified xsi:type="dcterms:W3CDTF">2025-12-18T20:13:23Z</dcterms:modified>
</cp:coreProperties>
</file>