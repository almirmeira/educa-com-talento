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Aprendizagem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11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de Leitura Ativa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Diferenciar leitura passiva e ativa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técnica SQ3R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Processar profundamente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vs. estudar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Mito de reler várias vezes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Sublinhado não basta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 SQ3R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Survey (examinar)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(questionar)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Recite, Review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Processamento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Parafrasear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Conectar conhecimento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exemplos próprios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leitura: visão geral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2ª leitura: profundidade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Pós: síntese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ativa &gt; passiva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SQ3R: Survey, Question, Read, Recite, Review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Processar: parafrasear, conectar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ativa = cinco passivas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SQ3R: texto 5-10 páginas + cada passo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11 -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"Leitura ativa exige mais, mas economiza tempo."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11: Técnicas de Leitura Ativa</dc:title>
  <dc:subject>Foco e Produtividade nos Estudos</dc:subject>
  <dc:creator>Educa com Talento</dc:creator>
  <cp:lastModifiedBy>Educa com Talento</cp:lastModifiedBy>
  <cp:revision>1</cp:revision>
  <dcterms:created xsi:type="dcterms:W3CDTF">2025-12-18T19:58:58Z</dcterms:created>
  <dcterms:modified xsi:type="dcterms:W3CDTF">2025-12-18T19:58:58Z</dcterms:modified>
</cp:coreProperties>
</file>