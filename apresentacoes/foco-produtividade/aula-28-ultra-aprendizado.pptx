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Scott Young completou o currículo de 4 anos de Ciência da Computação do MIT em apenas 1 ano. Sozinho. Usando o que ele chamou de Ultra-Aprendizado.
Hoje vou te apresentar os 9 princípios que ele (e outros ultra-aprendizes) usam para aprender qualquer coisa de forma acelerada.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Nesta aula, você vai aprender os conceitos principais apresentados nos objetivos. Scott Young completou o currículo de 4 anos de Ciência da Computação do MIT em apenas 1 ano. Sozinho. Usando o que ele chamou de Ultra-Aprendizado.
Hoje vou te apresentar os 9 princípios que ele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dos pontos principais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infográfico resume visualmente os principais conceitos da aula. Use-o para reforçar o aprendizado.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é hora da prática! 1. Escolha um objetivo de aprendizado específico
2. Aplique os princípios:
   - Metalearning: Como outros aprenderam isso?
   - Direcionamento: Qual a prática mais direta?
   - Drilling: Quais são meus pontos fracos potenciais?
   - Recuperação: Como vou testar a mim mesmo?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Ultra-aprendizado não é para uso diário - é intenso demais. Mas para projetos específicos com prazo (concurso, prova importante, nova habilidade), esses princípios podem acelerar dramaticamente seu progresso.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2 - Foco Disperso e Maestria | Bloco: Maestria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Ultra-Aprendizado - Estratégias Avançadas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~25 minutos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Avançado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Aplicando na prática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de ultra-aprendizado pessoal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Imersão intensiva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Desconforto produtivo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 (e quando não usar)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Projetos de tempo limitado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Preparação para provas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Limites e riscos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Integrando com aprendizado normal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Infográfico da Aula</a:t>
            </a:r>
            <a:endParaRPr lang="en-US" sz="2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548640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0" y="9144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Principais: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**Escolha um objetivo** de aprendizado específico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**Aplique os princípios:**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Metalearning: Como outros aprenderam isso?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Direcionamento: Qual a prática mais direta?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Drilling: Quais são meus pontos fracos potenciais?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Recuperação: Como vou testar a mim mesmo?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28 -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pessoa que aprende a aprender tem uma vantagem sobre qualquer pessoa que apenas sabe coisas.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28: Ultra-Aprendizado - Estratégias Avançadas</dc:title>
  <dc:subject>Foco e Produtividade nos Estudos</dc:subject>
  <dc:creator>Educa com Talento</dc:creator>
  <cp:lastModifiedBy>Educa com Talento</cp:lastModifiedBy>
  <cp:revision>1</cp:revision>
  <dcterms:created xsi:type="dcterms:W3CDTF">2025-12-18T20:34:05Z</dcterms:created>
  <dcterms:modified xsi:type="dcterms:W3CDTF">2025-12-18T20:34:05Z</dcterms:modified>
</cp:coreProperties>
</file>