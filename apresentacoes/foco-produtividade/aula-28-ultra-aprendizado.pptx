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Bloco: Maestria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Ultra-Aprendizado - Estratégias Avançadas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os 9 princípios do ultra-aprendizado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em projeto intensivo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quando usar (e quando não)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Princípios 1-4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Metalearning: aprenda a aprender aquilo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Foco: intensidade supera quantidade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Direcionamento: pratique a coisa real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Drilling: ataque pontos fracos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Princípios 5-9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Recuperação: testar &gt; revisar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Feedback: externo e rápido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Retenção: espaçamento e mnemonics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Intuição: entenda profundamente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0120" y="31546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Experimentação: encontre seu método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Aplicando na Prática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Defina projeto claro com prazo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Imersão: dedique tempo significativo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Abraçar o desconforto produtivo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Projetos de tempo limitado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Preparação intensa para provas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para uso diário - é intenso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Ultra-aprendizado = aprender de forma acelerada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princípios científicos validados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projetos intensivos com prazo definido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Desconforto faz parte - abrace-o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Projeto Ultra-Aprendizado: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Escolha um objetivo específico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Aplique metalearning: como outros aprenderam?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Defina: direcionamento, drilling, feedback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Crie plano de 2-4 semanas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Execute primeira semana e documente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28 -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pessoa que aprende a aprender tem uma vantagem sobre qualquer pessoa que apenas sabe coisas.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28: Ultra-Aprendizado - Estratégias Avançadas</dc:title>
  <dc:subject>Foco e Produtividade nos Estudos</dc:subject>
  <dc:creator>Educa com Talento</dc:creator>
  <cp:lastModifiedBy>Educa com Talento</cp:lastModifiedBy>
  <cp:revision>1</cp:revision>
  <dcterms:created xsi:type="dcterms:W3CDTF">2025-12-18T20:13:26Z</dcterms:created>
  <dcterms:modified xsi:type="dcterms:W3CDTF">2025-12-18T20:13:26Z</dcterms:modified>
</cp:coreProperties>
</file>