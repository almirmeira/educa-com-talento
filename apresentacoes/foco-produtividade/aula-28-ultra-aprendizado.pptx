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28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Ultra-Aprendizado - Estratégias Avançadas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9 princípios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em projeto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quando usar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1-4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Metalearning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intenso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Direcionamento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Drilling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5-9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(testar)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Intuição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3200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Experimentação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claro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Abraçar desconforto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Projetos com prazo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Preparação provas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diário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 = aprender acelerado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princípios científicos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projetos intensivos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Desconforto faz parte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Ultra: objetivo + princípios + 2-4 semanas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28 -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"Quem aprende a aprender tem vantagem."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28: Ultra-Aprendizado - Estratégias Avançadas</dc:title>
  <dc:subject>Foco e Produtividade nos Estudos</dc:subject>
  <dc:creator>Educa com Talento</dc:creator>
  <cp:lastModifiedBy>Educa com Talento</cp:lastModifiedBy>
  <cp:revision>1</cp:revision>
  <dcterms:created xsi:type="dcterms:W3CDTF">2025-12-18T19:59:00Z</dcterms:created>
  <dcterms:modified xsi:type="dcterms:W3CDTF">2025-12-18T19:59:00Z</dcterms:modified>
</cp:coreProperties>
</file>