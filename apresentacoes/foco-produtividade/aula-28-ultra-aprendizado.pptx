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2 - Maestria | Bloco: Maestria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Ultra-Aprendizado - Estratégias Avançadas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os 9 princípios do ultra-aprendizado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em projeto intensivo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quando usar (e quando não)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Princípios (Parte 1)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Metalearning: aprender a aprender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Foco: intensidade &gt; quantidade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Direcionamento: prática real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Drilling: atacar pontos fracos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Princípios (Parte 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Recuperação: testar &gt; revisar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Feedback: externo e rápido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Retenção: espaçamento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Intuição: entender profundamente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Experimentação: encontrar seu método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Aplicando na Prática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claro com prazo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Imersão intensiva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Abraçar desconforto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 de tempo limitado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 para provas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para uso diário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Pontos-Chave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Ultra-aprendizado = aprender acelerado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princípios científicos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projetos intensivos com prazo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Desconforto faz parte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Ultra-Aprendizado: Objetivo + aplicar princípios + plano 2-4 semanas + executar 1 semana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Envie na área de atividades do Moodle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28 - Encerramento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544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"Quem aprende a aprender tem vantagem sobre quem apenas sabe coisas."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28: Ultra-Aprendizado - Estratégias Avançadas</dc:title>
  <dc:subject>Foco e Produtividade nos Estudos</dc:subject>
  <dc:creator>Educa com Talento</dc:creator>
  <cp:lastModifiedBy>Educa com Talento</cp:lastModifiedBy>
  <cp:revision>1</cp:revision>
  <dcterms:created xsi:type="dcterms:W3CDTF">2025-12-18T19:08:05Z</dcterms:created>
  <dcterms:modified xsi:type="dcterms:W3CDTF">2025-12-18T19:08:05Z</dcterms:modified>
</cp:coreProperties>
</file>