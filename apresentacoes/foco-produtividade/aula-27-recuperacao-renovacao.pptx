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2 - Maestria | Bloco: Maestria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274320" y="1371600"/>
            <a:ext cx="73152" cy="228600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463040"/>
            <a:ext cx="1097280" cy="109728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69164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828800" y="1463040"/>
            <a:ext cx="6858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Práticas de Recuperação e Renovação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828800" y="237744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e Produtividade nos Estudos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828800" y="3017520"/>
            <a:ext cx="2743200" cy="54864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0" name="Shape 8"/>
          <p:cNvSpPr/>
          <p:nvPr/>
        </p:nvSpPr>
        <p:spPr>
          <a:xfrm>
            <a:off x="457200" y="3474720"/>
            <a:ext cx="2560320" cy="731520"/>
          </a:xfrm>
          <a:prstGeom prst="roundRect">
            <a:avLst/>
          </a:prstGeom>
          <a:solidFill>
            <a:srgbClr val="2A2A4A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611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⏱ Duração: ~25 min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0" y="3474720"/>
            <a:ext cx="2560320" cy="731520"/>
          </a:xfrm>
          <a:prstGeom prst="roundRect">
            <a:avLst/>
          </a:prstGeom>
          <a:solidFill>
            <a:srgbClr val="2A2A4A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0" y="3611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📚 Nível: Intermediário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43600" y="3474720"/>
            <a:ext cx="2560320" cy="731520"/>
          </a:xfrm>
          <a:prstGeom prst="roundRect">
            <a:avLst/>
          </a:prstGeom>
          <a:solidFill>
            <a:srgbClr val="2A2A4A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0" y="3611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Prático</a:t>
            </a:r>
            <a:endParaRPr lang="en-US" sz="11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Objetivos da Aula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82296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234440"/>
            <a:ext cx="548640" cy="54864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32588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132588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Entender a ciência da recuperação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2103120"/>
            <a:ext cx="8229600" cy="82296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22C55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2240280"/>
            <a:ext cx="548640" cy="54864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33172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71600" y="233172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Aplicar micro e macro recuperação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7200" y="3108960"/>
            <a:ext cx="8229600" cy="82296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3B82F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" y="3246120"/>
            <a:ext cx="548640" cy="54864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33756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71600" y="333756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Prevenir burnout de estudos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8869680" y="1097280"/>
            <a:ext cx="91440" cy="3017520"/>
          </a:xfrm>
          <a:prstGeom prst="rect">
            <a:avLst/>
          </a:prstGeom>
          <a:solidFill>
            <a:srgbClr val="667EEA"/>
          </a:solidFill>
          <a:ln/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2286000" cy="4572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Ciência da Recuperação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Descanso É produtivo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0116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22402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Tipos de fadiga: física, mental, emocional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9260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1546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31546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Ciclo: estresse → recuperação → crescimento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667EE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03920" y="4297680"/>
            <a:ext cx="274320" cy="274320"/>
          </a:xfrm>
          <a:prstGeom prst="rect">
            <a:avLst/>
          </a:prstGeom>
          <a:solidFill>
            <a:srgbClr val="2A2A4A"/>
          </a:solidFill>
          <a:ln w="12700">
            <a:solidFill>
              <a:srgbClr val="667EEA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4572000" cy="457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Micro-recuperação (no dia)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Pausas de 5-15 min a cada 60-90 min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0" y="10972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10972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3" name="Text 11"/>
          <p:cNvSpPr/>
          <p:nvPr/>
        </p:nvSpPr>
        <p:spPr>
          <a:xfrm>
            <a:off x="48006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074920" y="1325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Respiração consciente (5 min resetam)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0116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2240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Movimento: levantar, alongar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0" y="20116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20116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21" name="Text 19"/>
          <p:cNvSpPr/>
          <p:nvPr/>
        </p:nvSpPr>
        <p:spPr>
          <a:xfrm>
            <a:off x="48006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074920" y="2240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Olhar para longe (descanso visual)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22C55E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503920" y="4297680"/>
            <a:ext cx="274320" cy="274320"/>
          </a:xfrm>
          <a:prstGeom prst="rect">
            <a:avLst/>
          </a:prstGeom>
          <a:solidFill>
            <a:srgbClr val="2A2A4A"/>
          </a:solidFill>
          <a:ln w="12700">
            <a:solidFill>
              <a:srgbClr val="22C55E"/>
            </a:solidFill>
            <a:prstDash val="solid"/>
          </a:ln>
        </p:spPr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685800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Macro-recuperação (ciclos maiores)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dia por semana livre de estudo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0" y="10972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10972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3" name="Text 11"/>
          <p:cNvSpPr/>
          <p:nvPr/>
        </p:nvSpPr>
        <p:spPr>
          <a:xfrm>
            <a:off x="48006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074920" y="1325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Hobbies "não-produtivos"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0116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2240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 na natureza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0" y="20116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20116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1" name="Text 19"/>
          <p:cNvSpPr/>
          <p:nvPr/>
        </p:nvSpPr>
        <p:spPr>
          <a:xfrm>
            <a:off x="48006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074920" y="2240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Conexão social real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3B82F6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503920" y="4297680"/>
            <a:ext cx="274320" cy="274320"/>
          </a:xfrm>
          <a:prstGeom prst="rect">
            <a:avLst/>
          </a:prstGeom>
          <a:solidFill>
            <a:srgbClr val="2A2A4A"/>
          </a:solidFill>
          <a:ln w="12700">
            <a:solidFill>
              <a:srgbClr val="3B82F6"/>
            </a:solidFill>
            <a:prstDash val="solid"/>
          </a:ln>
        </p:spPr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4572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9333EA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Prevenindo Burnout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Sinais: cansaço que não passa, irritabilidade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0116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22402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Ajuste a carga antes de quebrar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9260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1546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31546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Parar às vezes é mais produtivo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9333E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03920" y="4297680"/>
            <a:ext cx="274320" cy="274320"/>
          </a:xfrm>
          <a:prstGeom prst="rect">
            <a:avLst/>
          </a:prstGeom>
          <a:solidFill>
            <a:srgbClr val="2A2A4A"/>
          </a:solidFill>
          <a:ln w="12700">
            <a:solidFill>
              <a:srgbClr val="9333EA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Pontos-Chave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777240"/>
            <a:ext cx="9144000" cy="457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1097280"/>
            <a:ext cx="54864" cy="3200400"/>
          </a:xfrm>
          <a:prstGeom prst="rect">
            <a:avLst/>
          </a:prstGeom>
          <a:solidFill>
            <a:srgbClr val="3D3D5C"/>
          </a:solidFill>
          <a:ln/>
        </p:spPr>
      </p:sp>
      <p:sp>
        <p:nvSpPr>
          <p:cNvPr id="6" name="Shape 4"/>
          <p:cNvSpPr/>
          <p:nvPr/>
        </p:nvSpPr>
        <p:spPr>
          <a:xfrm>
            <a:off x="502920" y="1188720"/>
            <a:ext cx="457200" cy="45720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23444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188720" y="1097280"/>
            <a:ext cx="7498080" cy="64008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71600" y="123444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Recuperação é onde o crescimento acontece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2920" y="2011680"/>
            <a:ext cx="457200" cy="45720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05740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188720" y="1920240"/>
            <a:ext cx="7498080" cy="64008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71600" y="205740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Micro: pausas, respiração, movimento, olhar longe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02920" y="2834640"/>
            <a:ext cx="457200" cy="45720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288036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1188720" y="2743200"/>
            <a:ext cx="7498080" cy="64008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71600" y="288036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Macro: dia livre, hobbies, natureza, social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02920" y="3657600"/>
            <a:ext cx="457200" cy="457200"/>
          </a:xfrm>
          <a:prstGeom prst="ellipse">
            <a:avLst/>
          </a:prstGeom>
          <a:solidFill>
            <a:srgbClr val="9333EA"/>
          </a:solidFill>
          <a:ln/>
        </p:spPr>
      </p:sp>
      <p:sp>
        <p:nvSpPr>
          <p:cNvPr id="19" name="Text 17"/>
          <p:cNvSpPr/>
          <p:nvPr/>
        </p:nvSpPr>
        <p:spPr>
          <a:xfrm>
            <a:off x="502920" y="370332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1188720" y="3566160"/>
            <a:ext cx="7498080" cy="64008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9333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71600" y="370332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Previna burnout: reconheça sinais, ajuste carga</a:t>
            </a:r>
            <a:endParaRPr lang="en-US" sz="140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📝 Atividade Prática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2560320"/>
          </a:xfrm>
          <a:prstGeom prst="roundRect">
            <a:avLst/>
          </a:prstGeom>
          <a:solidFill>
            <a:srgbClr val="2A2A4A"/>
          </a:solidFill>
          <a:ln w="38100">
            <a:solidFill>
              <a:srgbClr val="22C55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80160"/>
            <a:ext cx="731520" cy="73152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645920" y="128016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Sua Missão: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45920" y="1737360"/>
            <a:ext cx="67665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Auditoria de Recuperação: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Semana passada: quantas pausas reais?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Teve dia de descanso completo?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Quanto tempo na natureza/ar livre?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Planeje ESTA semana com recuperação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Compare seu foco após descanso real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3749040"/>
            <a:ext cx="8229600" cy="640080"/>
          </a:xfrm>
          <a:prstGeom prst="roundRect">
            <a:avLst/>
          </a:prstGeom>
          <a:solidFill>
            <a:srgbClr val="1E3A5F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📤 Envie na área de atividades do Moodle</a:t>
            </a:r>
            <a:endParaRPr lang="en-US" sz="13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27 - Encerramento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822960"/>
            <a:ext cx="2743200" cy="914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5" name="Shape 3"/>
          <p:cNvSpPr/>
          <p:nvPr/>
        </p:nvSpPr>
        <p:spPr>
          <a:xfrm>
            <a:off x="3200400" y="822960"/>
            <a:ext cx="2743200" cy="914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0" y="822960"/>
            <a:ext cx="2743200" cy="914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1371600"/>
            <a:ext cx="7315200" cy="182880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1371600"/>
            <a:ext cx="457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i="1" dirty="0">
                <a:solidFill>
                  <a:srgbClr val="667E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1371600" y="1737360"/>
            <a:ext cx="6400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Descansar não é parar de trabalhar. É recarregar para trabalhar melhor e por mais tempo.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0" y="384048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39776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 com Talento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4251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www.educacomtalento.com.br</a:t>
            </a:r>
            <a:endParaRPr lang="en-US" sz="100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3886200"/>
            <a:ext cx="2286000" cy="914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Educa com Talento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Aula 27: Práticas de Recuperação e Renovação</dc:title>
  <dc:subject>Foco e Produtividade nos Estudos</dc:subject>
  <dc:creator>Educa com Talento</dc:creator>
  <cp:lastModifiedBy>Educa com Talento</cp:lastModifiedBy>
  <cp:revision>1</cp:revision>
  <dcterms:created xsi:type="dcterms:W3CDTF">2025-12-18T20:13:25Z</dcterms:created>
  <dcterms:modified xsi:type="dcterms:W3CDTF">2025-12-18T20:13:25Z</dcterms:modified>
</cp:coreProperties>
</file>