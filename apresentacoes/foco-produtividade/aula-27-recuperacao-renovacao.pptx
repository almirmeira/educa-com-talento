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Práticas de Recuperação e Renovação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ciência da recuperação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micro e macro recuperação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Prevenir burnout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da Recuperação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descanso é produtivo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fadiga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estresse-recuperação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Micro-recuperação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durante o dia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 consciente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 breve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Desconexão digital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Macro-recuperação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de descanso semanal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Hobbies não-produtivos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Natureza e ar livre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social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Prevenindo Burnout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Ajustando a carga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parar é mais produtivo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é onde o crescimento acontece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Micro: pausas, respiração, movimento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Macro: dia livre, hobbies, natureza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Previna burnout: reconheça sinais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Recuperação: Avaliar semana + planejar pausas + dia de descanso + comparar foco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27 -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"Descansar não é parar. É recarregar para trabalhar melhor."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27: Práticas de Recuperação e Renovação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