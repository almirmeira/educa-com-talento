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2 - Maestria | Bloco: Maestria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27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Práticas de Recuperação e Renovação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ciência da recuperação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micro e macro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Prevenir burnout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Ciência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Descanso é produtivo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fadiga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estresse-recuperação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Micro-recuperação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Pausas durante dia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Respiração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Movimento breve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Desconexão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Macro-recuperação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 de descanso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Hobbies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Natureza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Conexão social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Burnout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Sinais de alerta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Ajustar carga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parar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Recuperação = crescimento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Micro: pausas, respiração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Macro: dia livre, natureza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Previna: reconheça sinais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Recuperação: avaliar + planejar + comparar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27 -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"Descansar é recarregar para trabalhar melhor."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27: Práticas de Recuperação e Renovação</dc:title>
  <dc:subject>Foco e Produtividade nos Estudos</dc:subject>
  <dc:creator>Educa com Talento</dc:creator>
  <cp:lastModifiedBy>Educa com Talento</cp:lastModifiedBy>
  <cp:revision>1</cp:revision>
  <dcterms:created xsi:type="dcterms:W3CDTF">2025-12-18T19:59:00Z</dcterms:created>
  <dcterms:modified xsi:type="dcterms:W3CDTF">2025-12-18T19:59:00Z</dcterms:modified>
</cp:coreProperties>
</file>