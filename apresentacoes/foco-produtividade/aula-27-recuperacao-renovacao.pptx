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você passar meses estudando intensamente sem descanso adequado, vai acontecer uma de duas coisas: ou seu corpo vai te forçar a parar (doença), ou sua mente vai (burnout).
Recuperação não é o oposto de produtividade. É parte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Nesta aula, você vai aprender os conceitos principais apresentados nos objetivos. Se você passar meses estudando intensamente sem descanso adequado, vai acontecer uma de duas coisas: ou seu corpo vai te forçar a parar (doença), ou sua mente vai (burnout).
Recuperação não é o opost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dos pontos principais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infográfico resume visualmente os principais conceitos da aula. Use-o para reforçar o aprendizado.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é hora da prática! 1. Avalie sua semana passada:
   - Quantas pausas reais você fez?
   - Teve dia de descanso completo?
   - Quanto tempo na natureza/ar livre?
   - Quanto tempo em hobbies não-produtivos?
2. Planeje esta semana: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atleta de elite não treina 100% do tempo - ele sabe que descanso é parte do treino. Aplique a mesma mentalidade aos estudos.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2 - Foco Disperso e Maestria | Bloco: Maestria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Práticas de Recuperação e Renovação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~20 minutos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ciência da recuperação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descanso é produtivo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fadiga (física, mental, emocional)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ciclo de estresse e recuperação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 de micro-recuperação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Pausas durante o dia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Respiração consciente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breve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Desconexão digital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 de macro-recuperação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 de descanso semanal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Hobbies e atividades não-produtivas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Natureza e ar livre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Conexão social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Prevenindo burnout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Sinais de alerta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Ajustando a carga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parar é mais produtivo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Infográfico da Aula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48640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0" y="914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Conceitos Principais: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**Avalie sua semana passada:**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Quantas pausas reais você fez?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Teve dia de descanso completo?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Quanto tempo na natureza/ar livre?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Quanto tempo em hobbies não-produtivos?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**Planeje esta semana:**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27 -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Descansar não é parar de trabalhar. É recarregar para trabalhar melhor.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27: Práticas de Recuperação e Renovação</dc:title>
  <dc:subject>Foco e Produtividade nos Estudos</dc:subject>
  <dc:creator>Educa com Talento</dc:creator>
  <cp:lastModifiedBy>Educa com Talento</cp:lastModifiedBy>
  <cp:revision>1</cp:revision>
  <dcterms:created xsi:type="dcterms:W3CDTF">2025-12-18T20:34:05Z</dcterms:created>
  <dcterms:modified xsi:type="dcterms:W3CDTF">2025-12-18T20:34:05Z</dcterms:modified>
</cp:coreProperties>
</file>