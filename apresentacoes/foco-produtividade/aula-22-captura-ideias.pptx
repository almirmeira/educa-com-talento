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"/>
            <a:ext cx="1097280" cy="4572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2 - Foco Disperso | Bloco: Foco Disperso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Capturando Ideias e Insights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e Produtividade nos Estudos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840480"/>
            <a:ext cx="1828800" cy="45720"/>
          </a:xfrm>
          <a:prstGeom prst="rect">
            <a:avLst/>
          </a:prstGeom>
          <a:solidFill>
            <a:srgbClr val="22C55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da Aula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65760" cy="36576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188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a natureza dos insights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65760" cy="36576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sistema de captura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365760" cy="365760"/>
          </a:xfrm>
          <a:prstGeom prst="rect">
            <a:avLst/>
          </a:prstGeom>
          <a:solidFill>
            <a:srgbClr val="22C55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Cultivar mais insights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Natureza dos Insights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surgem (banho, caminhada)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são efêmeros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custo de perder uma boa ideia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Captura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Onipresente (sempre disponível)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Rápida (máximo 30 segundos)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julgamento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6974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Ferramentas: apps, cadernos, voz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Processamento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diária/semanal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Decidir: Ação/Arquivo/Descarte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Conectar com projetos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Cultivando Mais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Momentos de baixa estimulação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Perguntas antes de relaxar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Incubação de problemas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Pontos-Chave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Ideias são voláteis - capture imediatamente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Sistema: captura rápida + processamento posterior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 estimulação gera mais insights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834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julgue ao capturar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Atividade Prática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solidFill>
            <a:srgbClr val="2A2A4A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Captura: Escolher ferramentas + capturar 1 semana + processar + analisar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Envie na área de atividades do Moodle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228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22 - Encerramento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1371600"/>
            <a:ext cx="7315200" cy="1645920"/>
          </a:xfrm>
          <a:prstGeom prst="rect">
            <a:avLst/>
          </a:prstGeom>
          <a:solidFill>
            <a:srgbClr val="2A2A4A"/>
          </a:solidFill>
          <a:ln w="25400">
            <a:solidFill>
              <a:srgbClr val="667E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55448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"Sua mente é para ter ideias, não para guardá-las."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 com Talento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www.educacomtalento.com.br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Educa com Talento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22: Capturando Ideias e Insights</dc:title>
  <dc:subject>Foco e Produtividade nos Estudos</dc:subject>
  <dc:creator>Educa com Talento</dc:creator>
  <cp:lastModifiedBy>Educa com Talento</cp:lastModifiedBy>
  <cp:revision>1</cp:revision>
  <dcterms:created xsi:type="dcterms:W3CDTF">2025-12-18T19:08:05Z</dcterms:created>
  <dcterms:modified xsi:type="dcterms:W3CDTF">2025-12-18T19:08:05Z</dcterms:modified>
</cp:coreProperties>
</file>