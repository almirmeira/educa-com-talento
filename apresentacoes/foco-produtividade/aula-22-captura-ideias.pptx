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Quantas ideias brilhantes você já teve no banho e esqueceu 5 minutos depois? Quantas soluções surgiram enquanto caminhava, mas quando chegou em casa, já tinham evaporado?
Ideias são como borboletas: bonitas, valiosas, e extremamente difíceis de capturar se você não estiver preparado.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Quantas ideias brilhantes você já teve no banho e esqueceu 5 minutos depois? Quantas soluções surgiram enquanto caminhava, mas quando chegou em casa, já tinham evaporado?
Ideias são como borboletas: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suas ferramentas:
   - No celular: ___
   - Físico: ___
   - Voz: ___
2. Configure para rapidez (1 toque, 1 clique)
3. Capture tudo por 1 semana (sem julgamento)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sistema de captura é como uma rede de pesca mental. Quanto melhor sua rede, mais insights você consegue reter e usar.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Capturando Ideias e Insights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natureza dos insights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surgem (banho, caminhada, antes de dormir)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são efêmeros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perder uma boa ideia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de captura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onipresente (sempre disponível)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rápida (sem atrito)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posterior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Ferramentas: apps, cadernos, notas de voz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Processando capturas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diária/semanal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Decidindo o que fazer com cada item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Conectando com projetos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Descartando sem culpa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Cultivando mais insights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de baixa estimulação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antes de relaxar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 de problemas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suas ferramentas:**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No celular: 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Físico: 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Voz: 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**Configure para rapidez** (1 toque, 1 clique)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**Capture tudo por 1 semana** (sem julgamento)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22 -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mente é para ter ideias, não para guardá-las.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22: Capturando Ideias e Insights</dc:title>
  <dc:subject>Foco e Produtividade nos Estudos</dc:subject>
  <dc:creator>Educa com Talento</dc:creator>
  <cp:lastModifiedBy>Educa com Talento</cp:lastModifiedBy>
  <cp:revision>1</cp:revision>
  <dcterms:created xsi:type="dcterms:W3CDTF">2025-12-18T20:34:00Z</dcterms:created>
  <dcterms:modified xsi:type="dcterms:W3CDTF">2025-12-18T20:34:00Z</dcterms:modified>
</cp:coreProperties>
</file>