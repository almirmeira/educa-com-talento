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Capturando Ideias e Insights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natureza dos insights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captura eficiente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Cultivar mais momentos de insight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Natureza dos Insights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Surgem no banho, caminhando, antes de dormir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efêmeros - evaporam em minutos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ideia perdida é oportunidade perdida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Captura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Onipresente: sempre à mão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Rápida: máximo 30 segundos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julgamento: capture primeiro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Apps, cadernos, notas de voz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diária ou semanal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Decisão: Ação / Arquivo / Descarte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com projetos ativos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Cultivando Mais Insights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momentos de baixa estimulação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no problema antes de relaxar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Deixe o subconsciente trabalhar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 são voláteis - capture imediatamente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captura rápida + processamento posterior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estimulação gera mais insights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julgue ao capturar, avalie depois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Montando Meu Sistema de Captura: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Escolha suas ferramentas (app, caderno, voz)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Configure para acesso em 1 toque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Capture TUDO por 1 semana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No fim, processe: Ação/Arquivo/Descarte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Quantas ideias valeram a pena?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22 -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mente é para ter ideias, não para guardá-las. Crie um sistema externo confiável.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22: Capturando Ideias e Insights</dc:title>
  <dc:subject>Foco e Produtividade nos Estudos</dc:subject>
  <dc:creator>Educa com Talento</dc:creator>
  <cp:lastModifiedBy>Educa com Talento</cp:lastModifiedBy>
  <cp:revision>1</cp:revision>
  <dcterms:created xsi:type="dcterms:W3CDTF">2025-12-18T20:13:25Z</dcterms:created>
  <dcterms:modified xsi:type="dcterms:W3CDTF">2025-12-18T20:13:25Z</dcterms:modified>
</cp:coreProperties>
</file>