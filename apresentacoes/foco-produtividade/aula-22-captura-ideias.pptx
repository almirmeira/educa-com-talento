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Foco Disperso | Bloco: Foco Disperso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22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Capturando Ideias e Insights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insights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sistema de captura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Cultivar mais insights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Natureza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surgem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efêmeros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perder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Onipresente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Rápida (30 seg)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julgamento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Apps, cadernos, voz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diária/semanal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Ação/Arquivo/Descarte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projetos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Cultivar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estimulação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antes de relaxar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Incubação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Ideias são voláteis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rápida + processamento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estimulação = mais insights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julgue ao capturar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Captura: ferramentas + 1 semana + processar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22 -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"Sua mente é para ter ideias, não guardá-las."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22: Capturando Ideias e Insights</dc:title>
  <dc:subject>Foco e Produtividade nos Estudos</dc:subject>
  <dc:creator>Educa com Talento</dc:creator>
  <cp:lastModifiedBy>Educa com Talento</cp:lastModifiedBy>
  <cp:revision>1</cp:revision>
  <dcterms:created xsi:type="dcterms:W3CDTF">2025-12-18T19:58:59Z</dcterms:created>
  <dcterms:modified xsi:type="dcterms:W3CDTF">2025-12-18T19:58:59Z</dcterms:modified>
</cp:coreProperties>
</file>