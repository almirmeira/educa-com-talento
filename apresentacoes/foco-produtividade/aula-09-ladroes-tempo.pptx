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Identificando e Eliminando os Ladrões de Tempo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os 10 maiores ladrões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Realizar auditoria de tempo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estratégias de eliminação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Maiores Ladrões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sociais sem propósito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contínuo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Perfeccionismo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Multitarefa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200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planejamento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Pessoal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Rastrear a cada 30 min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Honestidade brutal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Categorizar: produtivo/neutro/perdido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 de Eliminação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processing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boxing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dos 2 minutos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vs. delegar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Proteger o Recuperado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preencher automaticamente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Bloquear tempo para foco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livre intencional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Ladrões parecem produtivos mas não são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revela a verdade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Estratégias: batch, time box, 2 minutos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recuperado = protegido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de 3 Dias: Rastrear tempo + identificar top 3 ladrões + plano de eliminação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09 -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precisa de mais tempo. Precisa eliminar o que rouba o que já tem."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09: Identificando e Eliminando os Ladrões de Tempo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