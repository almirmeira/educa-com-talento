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Atenção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09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Eliminando os Ladrões de Tempo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10 maiores ladrões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auditoria de tempo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estratégias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Maiores Ladrões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contínuo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Perfeccionismo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Multitarefa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Rastrear cada 30 min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Honestidade brutal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Categorizar atividades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boxing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dos 2 minutos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ou delegar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preencher automaticamente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tempo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livre intencional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Ladrões parecem produtivos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revela verdade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Batch, time box, 2 minutos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recuperado = protegido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de 3 Dias: rastrear + top 3 ladrões + plano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09 - Encerramento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precisa de mais tempo. Elimine o que rouba."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09: Eliminando os Ladrões de Tempo</dc:title>
  <dc:subject>Foco e Produtividade nos Estudos</dc:subject>
  <dc:creator>Educa com Talento</dc:creator>
  <cp:lastModifiedBy>Educa com Talento</cp:lastModifiedBy>
  <cp:revision>1</cp:revision>
  <dcterms:created xsi:type="dcterms:W3CDTF">2025-12-18T19:58:58Z</dcterms:created>
  <dcterms:modified xsi:type="dcterms:W3CDTF">2025-12-18T19:58:58Z</dcterms:modified>
</cp:coreProperties>
</file>