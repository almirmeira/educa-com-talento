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Eliminando os Ladrões de Tempo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os 10 maiores ladrões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Realizar auditoria pessoal de tempo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estratégias de eliminação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10 Maiores Ladrões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 sociais sem propósito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 como tarefa contínua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Perfeccionismo paralisante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Multitarefa ineficiente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de Tempo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Rastrear a cada 30 minutos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brutalmente honesto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Categorizar: produtivo/neutro/perdido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 de Eliminação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processing (agrupar)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boxing (limite de tempo)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dos 2 minutos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ou delegar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Proteger o Recuperado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preencher automaticamente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Bloquear tempo para foco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tempo livre intencional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Ladrões de tempo parecem produtivos mas não são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revela a verdade chocante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Estratégias: batch, time box, 2 minutos, eliminar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recuperado = tempo para foco profundo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de 3 Dias: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cada 30 min, anote o que fez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Seja honesto - ninguém vai ver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Categorize cada bloco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Identifique seus top 3 ladrões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Crie estratégia para cada um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09 -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não precisa de mais tempo. Precisa eliminar o que rouba o tempo que já tem.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09: Eliminando os Ladrões de Tempo</dc:title>
  <dc:subject>Foco e Produtividade nos Estudos</dc:subject>
  <dc:creator>Educa com Talento</dc:creator>
  <cp:lastModifiedBy>Educa com Talento</cp:lastModifiedBy>
  <cp:revision>1</cp:revision>
  <dcterms:created xsi:type="dcterms:W3CDTF">2025-12-18T20:13:23Z</dcterms:created>
  <dcterms:modified xsi:type="dcterms:W3CDTF">2025-12-18T20:13:23Z</dcterms:modified>
</cp:coreProperties>
</file>