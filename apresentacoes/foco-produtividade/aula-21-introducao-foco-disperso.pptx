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Bloco: Foco Disperso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ao Foco Disperso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modo difuso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Reconhecer importância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os dois modos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focado vs. difuso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Mode Network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Mente vagando produtivamente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Essencial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 memória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Resolução criativa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Conexões distantes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Moderno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não fazemos nada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preenchem tudo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processamento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Integrando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disperso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dança entre modos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"vago"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disperso = mente vagando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DMN processa, conecta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disperso = completo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Recupere tempo "vago"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Tédio Produtivo: 25 min foco + 15 min desconectado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21 -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"Às vezes não usar o cérebro é a forma mais produtiva."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21: Introdução ao Foco Disperso</dc:title>
  <dc:subject>Foco e Produtividade nos Estudos</dc:subject>
  <dc:creator>Educa com Talento</dc:creator>
  <cp:lastModifiedBy>Educa com Talento</cp:lastModifiedBy>
  <cp:revision>1</cp:revision>
  <dcterms:created xsi:type="dcterms:W3CDTF">2025-12-18T19:58:59Z</dcterms:created>
  <dcterms:modified xsi:type="dcterms:W3CDTF">2025-12-18T19:58:59Z</dcterms:modified>
</cp:coreProperties>
</file>