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 2 - Foco Disperso | Bloco: Foco Disperso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73152" cy="228600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463040"/>
            <a:ext cx="1097280" cy="109728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9164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1828800" y="146304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Introdução ao Foco Disperso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2377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e Produtividade nos Estudos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828800" y="3017520"/>
            <a:ext cx="274320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Duração: ~25 min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004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📚 Nível: Intermediário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3474720"/>
            <a:ext cx="2560320" cy="731520"/>
          </a:xfrm>
          <a:prstGeom prst="round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361188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Prático</a:t>
            </a:r>
            <a:endParaRPr lang="en-US" sz="11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Objetivos da Aula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258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32588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modo difuso do cérebro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24028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33172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Reconhecer a importância do "não fazer nada"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8229600" cy="82296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24612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3375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71600" y="3337560"/>
            <a:ext cx="7132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Integrar hiperfoco e foco disperso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869680" y="1097280"/>
            <a:ext cx="91440" cy="3017520"/>
          </a:xfrm>
          <a:prstGeom prst="rect">
            <a:avLst/>
          </a:prstGeom>
          <a:solidFill>
            <a:srgbClr val="667EEA"/>
          </a:solidFill>
          <a:ln/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2286000" cy="4572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Foco Disperso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focado vs. modo difuso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Mode Network (DMN)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667E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Mente vagando produtivamente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667E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667E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4572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é Essencial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 memórias do estudo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0" y="10972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10972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74920" y="13258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problemas criativamente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 ideias distantes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0" y="2011680"/>
            <a:ext cx="393192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22C55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2011680"/>
            <a:ext cx="109728" cy="7772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074920" y="224028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Permite recuperação mental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22C55E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22C55E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6858000" cy="457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Moderno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"não fazemos nada"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Telas preenchem cada segundo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Cérebro sem tempo de processar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3B82F6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37160"/>
            <a:ext cx="548640" cy="54864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2286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28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Integrando os Dois Modos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0972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3258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13258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absorve, disperso processa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0116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2402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2402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dança entre os modos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/>
          </a:prstGeom>
          <a:solidFill>
            <a:srgbClr val="2A2A4A"/>
          </a:solidFill>
          <a:ln w="19050">
            <a:solidFill>
              <a:srgbClr val="9333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109728" cy="777240"/>
          </a:xfrm>
          <a:prstGeom prst="rect">
            <a:avLst/>
          </a:prstGeom>
          <a:solidFill>
            <a:srgbClr val="9333EA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" y="3154680"/>
            <a:ext cx="274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33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3154680"/>
            <a:ext cx="7498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Planeje tempo "vago" intencional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686800" y="4114800"/>
            <a:ext cx="457200" cy="457200"/>
          </a:xfrm>
          <a:prstGeom prst="rect">
            <a:avLst/>
          </a:prstGeom>
          <a:solidFill>
            <a:srgbClr val="9333EA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03920" y="4297680"/>
            <a:ext cx="274320" cy="274320"/>
          </a:xfrm>
          <a:prstGeom prst="rect">
            <a:avLst/>
          </a:prstGeom>
          <a:solidFill>
            <a:srgbClr val="2A2A4A"/>
          </a:solidFill>
          <a:ln w="12700">
            <a:solidFill>
              <a:srgbClr val="9333EA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Pontos-Chave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777240"/>
            <a:ext cx="91440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097280"/>
            <a:ext cx="54864" cy="3200400"/>
          </a:xfrm>
          <a:prstGeom prst="rect">
            <a:avLst/>
          </a:prstGeom>
          <a:solidFill>
            <a:srgbClr val="3D3D5C"/>
          </a:solidFill>
          <a:ln/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ellipse">
            <a:avLst/>
          </a:prstGeom>
          <a:solidFill>
            <a:srgbClr val="667EEA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2344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188720" y="109728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71600" y="123444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disperso = mente vagando produtivamente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011680"/>
            <a:ext cx="457200" cy="4572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188720" y="192024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71600" y="205740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DMN processa, conecta e consolida aprendizado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8803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88720" y="274320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3B82F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288036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Hiperfoco + foco disperso = aprendizado completo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2920" y="3657600"/>
            <a:ext cx="457200" cy="457200"/>
          </a:xfrm>
          <a:prstGeom prst="ellipse">
            <a:avLst/>
          </a:prstGeom>
          <a:solidFill>
            <a:srgbClr val="9333EA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703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188720" y="3566160"/>
            <a:ext cx="7498080" cy="64008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9333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71600" y="3703320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Recupere o tempo "vago" que as telas roubaram</a:t>
            </a:r>
            <a:endParaRPr lang="en-US" sz="14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📝 Atividade Prática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8229600" cy="2560320"/>
          </a:xfrm>
          <a:prstGeom prst="roundRect">
            <a:avLst/>
          </a:prstGeom>
          <a:solidFill>
            <a:srgbClr val="2A2A4A"/>
          </a:solidFill>
          <a:ln w="38100">
            <a:solidFill>
              <a:srgbClr val="22C55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28016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716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645920" y="1280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Sua Missão: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1737360"/>
            <a:ext cx="6766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Experimento do Tédio Produtivo: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Estude intensamente por 25 minutos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Desconecte por 15 min (ZERO telas)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Apenas caminhe ou olhe pela janela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Registre: ideias surgiram? Como se sentiu?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Repita por 3 dias e observe padrões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640080"/>
          </a:xfrm>
          <a:prstGeom prst="roundRect">
            <a:avLst/>
          </a:prstGeom>
          <a:solidFill>
            <a:srgbClr val="1E3A5F"/>
          </a:solidFill>
          <a:ln w="12700">
            <a:solidFill>
              <a:srgbClr val="667E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📤 Envie na área de atividades do Moodle</a:t>
            </a:r>
            <a:endParaRPr lang="en-US" sz="130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4389120"/>
            <a:ext cx="137160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21 - Encerramento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822960"/>
            <a:ext cx="2743200" cy="91440"/>
          </a:xfrm>
          <a:prstGeom prst="rect">
            <a:avLst/>
          </a:prstGeom>
          <a:solidFill>
            <a:srgbClr val="667EEA"/>
          </a:solidFill>
          <a:ln/>
        </p:spPr>
      </p:sp>
      <p:sp>
        <p:nvSpPr>
          <p:cNvPr id="5" name="Shape 3"/>
          <p:cNvSpPr/>
          <p:nvPr/>
        </p:nvSpPr>
        <p:spPr>
          <a:xfrm>
            <a:off x="3200400" y="822960"/>
            <a:ext cx="2743200" cy="914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0" y="822960"/>
            <a:ext cx="2743200" cy="9144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1371600"/>
            <a:ext cx="7315200" cy="1828800"/>
          </a:xfrm>
          <a:prstGeom prst="roundRect">
            <a:avLst/>
          </a:prstGeom>
          <a:solidFill>
            <a:srgbClr val="2A2A4A"/>
          </a:solidFill>
          <a:ln w="25400">
            <a:solidFill>
              <a:srgbClr val="667E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1371600"/>
            <a:ext cx="457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i="1" dirty="0">
                <a:solidFill>
                  <a:srgbClr val="667E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371600" y="173736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Às vezes a forma mais produtiva de usar seu cérebro é não usá-lo conscientemente.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0" y="3840480"/>
            <a:ext cx="9144000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9776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C5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 com Talento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425196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E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www.educacomtalento.com.br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3886200"/>
            <a:ext cx="22860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Educa com Talento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21: Introdução ao Foco Disperso</dc:title>
  <dc:subject>Foco e Produtividade nos Estudos</dc:subject>
  <dc:creator>Educa com Talento</dc:creator>
  <cp:lastModifiedBy>Educa com Talento</cp:lastModifiedBy>
  <cp:revision>1</cp:revision>
  <dcterms:created xsi:type="dcterms:W3CDTF">2025-12-18T20:13:25Z</dcterms:created>
  <dcterms:modified xsi:type="dcterms:W3CDTF">2025-12-18T20:13:25Z</dcterms:modified>
</cp:coreProperties>
</file>