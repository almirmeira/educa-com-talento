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Bem-vindo ao Módulo 2! No primeiro módulo, você dominou o Hiperfoco - a capacidade de concentrar sua atenção de forma intensa e produtiva.
Agora, prepare-se para algo contraintuitivo: vou te ensinar a importância de não focar.
Sim, você leu certo. O Foco Disperso - aquele estado em que sua mente vaga livremente - é tão importante quanto o hiperfoco. E a maioria das pessoas está fazendo errado.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Nesta aula, você vai aprender os conceitos principais apresentados nos objetivos. Bem-vindo ao Módulo 2! No primeiro módulo, você dominou o Hiperfoco - a capacidade de concentrar sua atenção de forma intensa e produtiva.
Agora, prepare-se para algo contraintuitivo: vou 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 dos pontos principais da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infográfico resume visualmente os principais conceitos da aula. Use-o para reforçar o aprendizado.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é hora da prática! 1. Escolha uma tarefa que está te travando (problema, decisão, texto)
2. Estude intensamente por 25 minutos (modo focado)
3. Desconecte completamente por 15 minutos:
   - Sem celular, sem telas, sem leitura
   - Apenas caminhe, olhe pela janela, ou sente em silêncio
4. Registre: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Nas próximas aulas, você vai aprender a usar o foco disperso estrategicamente: capturando ideias, usando o sono, estimulando criatividade e alternando conscientemente entre os modos.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2 - Foco Disperso e Maestria | Bloco: Foco Disperso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73152" cy="228600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463040"/>
            <a:ext cx="1097280" cy="109728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9164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28800" y="146304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Introdução ao Foco Disperso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828800" y="23774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828800" y="3017520"/>
            <a:ext cx="274320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Duração: ~22 minutos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Nível: Intermediário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Prático</a:t>
            </a:r>
            <a:endParaRPr lang="en-US" sz="11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Objetivos da Aula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869680" y="1097280"/>
            <a:ext cx="91440" cy="301752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2286000" cy="4572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é foco disperso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Definição e neurociência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Modo focado vs. modo difuso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Default Mode Network (DMN)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 mente "vaga" produtivamente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4572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é essencial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Consolidação de memória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Resolução criativa de problemas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Conexão de ideias distantes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Recuperação mental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22C55E"/>
          </a:solidFill>
          <a:ln/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6858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problema do mundo moderno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Nunca "não fazemos nada"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Telas preenchem todo espaço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Cérebro sem tempo de processamento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Integrando os dois modos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Hiperfoco + Foco disperso = aprendizado completo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dança entre os modos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Planejando tempo "vago"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9333EA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Pontos-Chave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097280"/>
            <a:ext cx="54864" cy="3200400"/>
          </a:xfrm>
          <a:prstGeom prst="rect">
            <a:avLst/>
          </a:prstGeom>
          <a:solidFill>
            <a:srgbClr val="3D3D5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Infográfico da Aula</a:t>
            </a:r>
            <a:endParaRPr lang="en-US" sz="2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14400"/>
            <a:ext cx="5486400" cy="3383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43600" y="9144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Conceitos Principais:</a:t>
            </a:r>
            <a:endParaRPr lang="en-US" sz="12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Atividade Prática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2560320"/>
          </a:xfrm>
          <a:prstGeom prst="roundRect">
            <a:avLst/>
          </a:prstGeom>
          <a:solidFill>
            <a:srgbClr val="2A2A4A"/>
          </a:solidFill>
          <a:ln w="38100">
            <a:solidFill>
              <a:srgbClr val="22C5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80160"/>
            <a:ext cx="731520" cy="73152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645920" y="12801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Missão: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1737360"/>
            <a:ext cx="6766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**Escolha uma tarefa** que está te travando (problema, decisão, texto)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**Estude intensamente** por 25 minutos (modo focado)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**Desconecte completamente** por 15 minutos: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Sem celular, sem telas, sem leitura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Apenas caminhe, olhe pela janela, ou sente em silêncio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**Registre:**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8229600" cy="640080"/>
          </a:xfrm>
          <a:prstGeom prst="roundRect">
            <a:avLst/>
          </a:prstGeom>
          <a:solidFill>
            <a:srgbClr val="1E3A5F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📤 Envie na área de atividades do Moodle</a:t>
            </a:r>
            <a:endParaRPr lang="en-US" sz="13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21 - Encerramento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2743200" cy="914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3200400" y="822960"/>
            <a:ext cx="2743200" cy="914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0" y="822960"/>
            <a:ext cx="2743200" cy="914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1371600"/>
            <a:ext cx="7315200" cy="182880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37160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667E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371600" y="173736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Às vezes a forma mais produtiva de usar seu cérebro é não usá-lo conscientemente.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0" y="384048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977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4251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3886200"/>
            <a:ext cx="22860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21: Introdução ao Foco Disperso</dc:title>
  <dc:subject>Foco e Produtividade nos Estudos</dc:subject>
  <dc:creator>Educa com Talento</dc:creator>
  <cp:lastModifiedBy>Educa com Talento</cp:lastModifiedBy>
  <cp:revision>1</cp:revision>
  <dcterms:created xsi:type="dcterms:W3CDTF">2025-12-18T20:33:59Z</dcterms:created>
  <dcterms:modified xsi:type="dcterms:W3CDTF">2025-12-18T20:33:59Z</dcterms:modified>
</cp:coreProperties>
</file>