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 | Bloco: Foco Disperso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Foco Disperso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modo difuso do cérebro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a importância de "não fazer nada"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hiperfoco e foco disperso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Foco Disperso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focado vs. modo difuso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Mode Network (DMN)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mente vaga produtivamente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é Essencial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de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 criativa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de ideias distantes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 mental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Moderno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"não fazemos nada"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preenchem todo espaço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Cérebro sem processamento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Integrando os Dois Modos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+ disperso = completo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dança entre os modos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Planejando tempo "vago"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disperso = mente vagando produtivamente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DMN processa, conecta, consolida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+ disperso = aprendizado completo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Recupere o tempo "vago"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 do Tédio Produtivo: 25 min foco + 15 min desconectado + registrar insights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21 -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"Às vezes a forma mais produtiva de usar o cérebro é não usá-lo conscientemente."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21: Introdução ao Foco Disperso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