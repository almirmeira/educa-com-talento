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1 - Hiperfoco | Bloco: Aprendizagem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1371600"/>
            <a:ext cx="73152" cy="228600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463040"/>
            <a:ext cx="1097280" cy="1097280"/>
          </a:xfrm>
          <a:prstGeom prst="ellipse">
            <a:avLst/>
          </a:prstGeom>
          <a:solidFill>
            <a:srgbClr val="667EE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9164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828800" y="146304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Mapas Mentais e Técnicas Visuais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828800" y="237744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Foco e Produtividade nos Estudos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828800" y="3017520"/>
            <a:ext cx="274320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3474720"/>
            <a:ext cx="2560320" cy="731520"/>
          </a:xfrm>
          <a:prstGeom prst="roundRect">
            <a:avLst/>
          </a:prstGeom>
          <a:solidFill>
            <a:srgbClr val="2A2A4A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6118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Duração: ~25 min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3474720"/>
            <a:ext cx="2560320" cy="731520"/>
          </a:xfrm>
          <a:prstGeom prst="roundRect">
            <a:avLst/>
          </a:prstGeom>
          <a:solidFill>
            <a:srgbClr val="2A2A4A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36118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Nível: Intermediário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0" y="3474720"/>
            <a:ext cx="2560320" cy="731520"/>
          </a:xfrm>
          <a:prstGeom prst="roundRect">
            <a:avLst/>
          </a:prstGeom>
          <a:solidFill>
            <a:srgbClr val="2A2A4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0" y="36118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Prático</a:t>
            </a:r>
            <a:endParaRPr lang="en-US" sz="11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389120"/>
            <a:ext cx="13716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Objetivos da Aula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822960"/>
          </a:xfrm>
          <a:prstGeom prst="roundRect">
            <a:avLst/>
          </a:prstGeom>
          <a:solidFill>
            <a:srgbClr val="2A2A4A"/>
          </a:solidFill>
          <a:ln w="25400">
            <a:solidFill>
              <a:srgbClr val="667E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234440"/>
            <a:ext cx="548640" cy="548640"/>
          </a:xfrm>
          <a:prstGeom prst="ellipse">
            <a:avLst/>
          </a:prstGeom>
          <a:solidFill>
            <a:srgbClr val="667EE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258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13258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Entender o poder do pensamento visual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8229600" cy="822960"/>
          </a:xfrm>
          <a:prstGeom prst="roundRect">
            <a:avLst/>
          </a:prstGeom>
          <a:solidFill>
            <a:srgbClr val="2A2A4A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240280"/>
            <a:ext cx="548640" cy="5486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3317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71600" y="233172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Criar mapas mentais eficazes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8229600" cy="822960"/>
          </a:xfrm>
          <a:prstGeom prst="roundRect">
            <a:avLst/>
          </a:prstGeom>
          <a:solidFill>
            <a:srgbClr val="2A2A4A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3246120"/>
            <a:ext cx="548640" cy="5486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3375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71600" y="333756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Aplicar técnicas visuais variadas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869680" y="1097280"/>
            <a:ext cx="91440" cy="3017520"/>
          </a:xfrm>
          <a:prstGeom prst="rect">
            <a:avLst/>
          </a:prstGeom>
          <a:solidFill>
            <a:srgbClr val="667EEA"/>
          </a:solidFill>
          <a:ln/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389120"/>
            <a:ext cx="13716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2286000" cy="4572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37160"/>
            <a:ext cx="548640" cy="548640"/>
          </a:xfrm>
          <a:prstGeom prst="ellipse">
            <a:avLst/>
          </a:prstGeom>
          <a:solidFill>
            <a:srgbClr val="667EEA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2286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28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Poder do Pensamento Visual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822960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667E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97280"/>
            <a:ext cx="109728" cy="77724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3258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132588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Imagens: 60.000x mais rápido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011680"/>
            <a:ext cx="822960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667E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011680"/>
            <a:ext cx="109728" cy="77724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2402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60120" y="224028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Ativa os dois hemisférios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822960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667E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926080"/>
            <a:ext cx="109728" cy="77724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1546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0120" y="315468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Mapas superam anotações lineares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686800" y="4114800"/>
            <a:ext cx="457200" cy="457200"/>
          </a:xfrm>
          <a:prstGeom prst="rect">
            <a:avLst/>
          </a:prstGeom>
          <a:solidFill>
            <a:srgbClr val="667EE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03920" y="4297680"/>
            <a:ext cx="274320" cy="274320"/>
          </a:xfrm>
          <a:prstGeom prst="rect">
            <a:avLst/>
          </a:prstGeom>
          <a:solidFill>
            <a:srgbClr val="2A2A4A"/>
          </a:solidFill>
          <a:ln w="12700">
            <a:solidFill>
              <a:srgbClr val="667EEA"/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389120"/>
            <a:ext cx="13716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4572000" cy="457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37160"/>
            <a:ext cx="548640" cy="5486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2286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28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Criar Mapas Eficazes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393192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97280"/>
            <a:ext cx="109728" cy="7772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3258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13258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Estrutura radial: centro → ramos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0" y="1097280"/>
            <a:ext cx="393192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1097280"/>
            <a:ext cx="109728" cy="7772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3" name="Text 11"/>
          <p:cNvSpPr/>
          <p:nvPr/>
        </p:nvSpPr>
        <p:spPr>
          <a:xfrm>
            <a:off x="4800600" y="13258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74920" y="13258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Cores diferentes por tema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011680"/>
            <a:ext cx="393192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011680"/>
            <a:ext cx="109728" cy="7772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22402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0120" y="22402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Palavras-chave, não frases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0" y="2011680"/>
            <a:ext cx="393192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2011680"/>
            <a:ext cx="109728" cy="7772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1" name="Text 19"/>
          <p:cNvSpPr/>
          <p:nvPr/>
        </p:nvSpPr>
        <p:spPr>
          <a:xfrm>
            <a:off x="4800600" y="22402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074920" y="22402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Incluir imagens e símbolos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686800" y="4114800"/>
            <a:ext cx="457200" cy="457200"/>
          </a:xfrm>
          <a:prstGeom prst="rect">
            <a:avLst/>
          </a:prstGeom>
          <a:solidFill>
            <a:srgbClr val="22C55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03920" y="4297680"/>
            <a:ext cx="274320" cy="274320"/>
          </a:xfrm>
          <a:prstGeom prst="rect">
            <a:avLst/>
          </a:prstGeom>
          <a:solidFill>
            <a:srgbClr val="2A2A4A"/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389120"/>
            <a:ext cx="13716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68580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37160"/>
            <a:ext cx="548640" cy="5486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2286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28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Outras Técnicas Visuais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393192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97280"/>
            <a:ext cx="109728" cy="7772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3258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13258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Diagramas de fluxo: processos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0" y="1097280"/>
            <a:ext cx="393192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1097280"/>
            <a:ext cx="109728" cy="7772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4800600" y="13258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74920" y="13258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Infográficos pessoais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011680"/>
            <a:ext cx="393192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011680"/>
            <a:ext cx="109728" cy="7772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22402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0120" y="22402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Sketchnotes: anotações visuais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0" y="2011680"/>
            <a:ext cx="393192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2011680"/>
            <a:ext cx="109728" cy="7772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4800600" y="22402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074920" y="22402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Linhas do tempo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686800" y="4114800"/>
            <a:ext cx="457200" cy="457200"/>
          </a:xfrm>
          <a:prstGeom prst="rect">
            <a:avLst/>
          </a:prstGeom>
          <a:solidFill>
            <a:srgbClr val="3B82F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03920" y="4297680"/>
            <a:ext cx="274320" cy="274320"/>
          </a:xfrm>
          <a:prstGeom prst="rect">
            <a:avLst/>
          </a:prstGeom>
          <a:solidFill>
            <a:srgbClr val="2A2A4A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389120"/>
            <a:ext cx="13716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37160"/>
            <a:ext cx="548640" cy="548640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2286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28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Usar Cada Uma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822960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9333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97280"/>
            <a:ext cx="109728" cy="777240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3258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132588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Mapas: brainstorming, resumos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011680"/>
            <a:ext cx="822960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9333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011680"/>
            <a:ext cx="109728" cy="777240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2402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60120" y="224028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Fluxo: processos, sequências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822960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9333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926080"/>
            <a:ext cx="109728" cy="777240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1546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0120" y="315468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Timeline: história, evolução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686800" y="4114800"/>
            <a:ext cx="457200" cy="457200"/>
          </a:xfrm>
          <a:prstGeom prst="rect">
            <a:avLst/>
          </a:prstGeom>
          <a:solidFill>
            <a:srgbClr val="9333E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03920" y="4297680"/>
            <a:ext cx="274320" cy="274320"/>
          </a:xfrm>
          <a:prstGeom prst="rect">
            <a:avLst/>
          </a:prstGeom>
          <a:solidFill>
            <a:srgbClr val="2A2A4A"/>
          </a:solidFill>
          <a:ln w="12700">
            <a:solidFill>
              <a:srgbClr val="9333EA"/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389120"/>
            <a:ext cx="13716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Pontos-Chave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097280"/>
            <a:ext cx="54864" cy="3200400"/>
          </a:xfrm>
          <a:prstGeom prst="rect">
            <a:avLst/>
          </a:prstGeom>
          <a:solidFill>
            <a:srgbClr val="3D3D5C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188720"/>
            <a:ext cx="457200" cy="457200"/>
          </a:xfrm>
          <a:prstGeom prst="ellipse">
            <a:avLst/>
          </a:prstGeom>
          <a:solidFill>
            <a:srgbClr val="667EEA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2344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188720" y="1097280"/>
            <a:ext cx="7498080" cy="640080"/>
          </a:xfrm>
          <a:prstGeom prst="roundRect">
            <a:avLst/>
          </a:prstGeom>
          <a:solidFill>
            <a:srgbClr val="2A2A4A"/>
          </a:solidFill>
          <a:ln w="25400">
            <a:solidFill>
              <a:srgbClr val="667E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123444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Cérebro processa imagens 60.000x mais rápido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2011680"/>
            <a:ext cx="457200" cy="45720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0574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188720" y="1920240"/>
            <a:ext cx="7498080" cy="640080"/>
          </a:xfrm>
          <a:prstGeom prst="roundRect">
            <a:avLst/>
          </a:prstGeom>
          <a:solidFill>
            <a:srgbClr val="2A2A4A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0" y="205740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 mental: centro + ramos + cores + símbolos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" y="283464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8803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188720" y="2743200"/>
            <a:ext cx="7498080" cy="640080"/>
          </a:xfrm>
          <a:prstGeom prst="roundRect">
            <a:avLst/>
          </a:prstGeom>
          <a:solidFill>
            <a:srgbClr val="2A2A4A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71600" y="288036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Outras técnicas: fluxo, sketchnotes, timeline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2920" y="3657600"/>
            <a:ext cx="457200" cy="457200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7033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188720" y="3566160"/>
            <a:ext cx="7498080" cy="640080"/>
          </a:xfrm>
          <a:prstGeom prst="roundRect">
            <a:avLst/>
          </a:prstGeom>
          <a:solidFill>
            <a:srgbClr val="2A2A4A"/>
          </a:solidFill>
          <a:ln w="25400">
            <a:solidFill>
              <a:srgbClr val="9333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71600" y="370332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Técnicas visuais são ferramentas cognitivas poderosas</a:t>
            </a:r>
            <a:endParaRPr lang="en-US" sz="140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389120"/>
            <a:ext cx="13716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Atividade Prática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2560320"/>
          </a:xfrm>
          <a:prstGeom prst="roundRect">
            <a:avLst/>
          </a:prstGeom>
          <a:solidFill>
            <a:srgbClr val="2A2A4A"/>
          </a:solidFill>
          <a:ln w="38100">
            <a:solidFill>
              <a:srgbClr val="22C55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280160"/>
            <a:ext cx="731520" cy="73152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645920" y="12801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Sua Missão: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45920" y="1737360"/>
            <a:ext cx="67665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Criando Seu Mapa Mental: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Escolha um tema de estudo atual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Defina o conceito central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Crie mínimo 5 ramificações principais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Use pelo menos 3 cores diferentes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Adicione símbolos ou pequenos desenhos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749040"/>
            <a:ext cx="8229600" cy="640080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86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📤 Envie na área de atividades do Moodle</a:t>
            </a:r>
            <a:endParaRPr lang="en-US" sz="13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389120"/>
            <a:ext cx="13716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12 - Encerramento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2743200" cy="9144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0" y="822960"/>
            <a:ext cx="2743200" cy="914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0" y="822960"/>
            <a:ext cx="2743200" cy="914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1371600"/>
            <a:ext cx="7315200" cy="1828800"/>
          </a:xfrm>
          <a:prstGeom prst="roundRect">
            <a:avLst/>
          </a:prstGeom>
          <a:solidFill>
            <a:srgbClr val="2A2A4A"/>
          </a:solidFill>
          <a:ln w="25400">
            <a:solidFill>
              <a:srgbClr val="667E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37160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i="1" dirty="0">
                <a:solidFill>
                  <a:srgbClr val="667E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1371600" y="173736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Técnicas visuais não são frescura artística - são ferramentas cognitivas que multiplicam sua capacidade de aprender.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0" y="384048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977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 com Talento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251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www.educacomtalento.com.br</a:t>
            </a:r>
            <a:endParaRPr lang="en-US" sz="10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3886200"/>
            <a:ext cx="2286000" cy="91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Educa com Talento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12: Mapas Mentais e Técnicas Visuais</dc:title>
  <dc:subject>Foco e Produtividade nos Estudos</dc:subject>
  <dc:creator>Educa com Talento</dc:creator>
  <cp:lastModifiedBy>Educa com Talento</cp:lastModifiedBy>
  <cp:revision>1</cp:revision>
  <dcterms:created xsi:type="dcterms:W3CDTF">2025-12-18T20:13:23Z</dcterms:created>
  <dcterms:modified xsi:type="dcterms:W3CDTF">2025-12-18T20:13:23Z</dcterms:modified>
</cp:coreProperties>
</file>