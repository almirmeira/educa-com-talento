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 cérebro processa imagens 60.000 vezes mais rápido que texto. É por isso que você lembra do rosto de alguém mas esquece o nome. Hoje vamos usar esse superpoder visual a favor dos seus estudos.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Seu cérebro processa imagens 60.000 vezes mais rápido que texto. É por isso que você lembra do rosto de alguém mas esquece o nome. Hoje vamos usar esse superpoder visual a favor dos seus estudos.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Crie um mapa mental de um tema que está estudando:
   - Tema central claro
   - Mínimo 5 ramificações principais
   - Pelo menos 3 cores diferentes
   - Inclua símbolos ou pequenos desenhos
2. Teste de retenção: Sem olhar o mapa, tente recriar a estrutura de memória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Técnicas visuais não são "frescura artística" - são ferramentas cognitivas poderosas. Mesmo se você não desenha bem, rabiscos simples já ativam o processamento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e Técnicas Visuais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~20-25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poder do pensamento visual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imagens são mais memoráveis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Hemisférios cerebrais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vs. anotações lineares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criar mapas mentais eficazes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radial (centro → ramificações)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cores e imagens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Palavras-chave vs. frases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Hierarquia e conexões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Outras técnicas visuais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fluxo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Infográficos pessoais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Sketchnotes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do tempo visual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 cada técnica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mentais: brainstorming, resumos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Fluxogramas: processos, sequências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do tempo: história, evolução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Combinando técnicas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309360" y="1325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14884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0" y="292608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2880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70332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657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**Crie um mapa mental** de um tema que está estudando: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Tema central claro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Mínimo 5 ramificações principais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Pelo menos 3 cores diferentes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Inclua símbolos ou pequenos desenhos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**Teste de retenção:** Sem olhar o mapa, tente recriar a estrutura de memória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12 -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12: Mapas Mentais e Técnicas Visuais</dc:title>
  <dc:subject>Foco e Produtividade nos Estudos</dc:subject>
  <dc:creator>Educa com Talento</dc:creator>
  <cp:lastModifiedBy>Educa com Talento</cp:lastModifiedBy>
  <cp:revision>1</cp:revision>
  <dcterms:created xsi:type="dcterms:W3CDTF">2025-12-18T20:33:56Z</dcterms:created>
  <dcterms:modified xsi:type="dcterms:W3CDTF">2025-12-18T20:33:56Z</dcterms:modified>
</cp:coreProperties>
</file>