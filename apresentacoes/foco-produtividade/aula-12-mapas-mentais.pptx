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e Técnicas Visuais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poder do pensamento visual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mapas mentais eficazes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outras técnicas visuais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do Visual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Imagens: 60.000x mais rápido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Hemisférios cerebrais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vs. anotações lineares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Mapas Eficazes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radial (centro → ramos)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Cores e imagens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Palavras-chave (não frases)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Hierarquia e conexões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Outras Técnicas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fluxo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Infográficos pessoais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Sketchnotes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do tempo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Mapas: brainstorm, resumos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 processos, sequências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história, evolução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processa imagens muito mais rápido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Mapa: centro + ramos + cores + imagens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Outras: fluxo, sketchnotes, timeline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visuais = ferramentas cognitivas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Mapa Mental: Tema de estudo + 5 ramificações + 3 cores + símbolos + teste de memória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12 -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"Técnicas visuais não são frescura artística - são ferramentas cognitivas."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12: Mapas Mentais e Técnicas Visuais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