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12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e Técnicas Visuais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poder do visual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mapas mentais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visuais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do Visual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Imagens: 60.000x mais rápido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Hemisférios cerebrais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vs. lineares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radial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Cores e imagens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Palavras-chave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Hierarquia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Outras Técnicas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fluxo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Infográficos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Sketchnotes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Mapas: brainstorm, resumos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 processos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história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processa imagens rápido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Mapa: centro + ramos + cores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Outras: fluxo, sketchnotes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visuais = cognitivas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 Mental: 5 ramos + 3 cores + símbolos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12 -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"Técnicas visuais são ferramentas cognitivas poderosas."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12: Mapas Mentais e Técnicas Visuais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