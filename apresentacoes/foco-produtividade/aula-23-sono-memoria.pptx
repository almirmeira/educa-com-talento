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Foco Disperso | Bloco: Foco Disperso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 e Consolidação da Memória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a neurociência do sono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Otimizar quantidade e qualidade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práticas de higiene do sono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Neurociência do Sono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REM e não-REM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 de memórias acontece dormindo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glinfático limpa toxinas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 potencializa criatividade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da Privação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Cognição prejudicada severamente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de trabalho reduzida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Humor e motivação despencam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"Dormir menos para estudar mais" é MITO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Otimizando o Sono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7-9 horas para adultos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Regularidade de horários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Ambiente: escuro, fresco, silencioso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Higiene do Sono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Evite telas 1h antes de dormir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cafeína até 14h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Cochilos: máximo 20 min, até 15h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rotina de desaceleração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 consolida memórias - é parte do estudo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Privação de sono sabota todo o esforço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7-9h com regularidade e qualidade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Higiene: sem telas, sem cafeína, rotina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Otimizando Meu Sono: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Rastreie sono por 1 semana (hora, qualidade 1-10)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Implemente 3 mudanças de higiene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Continue rastreando por mais 1 semana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Compare: como está seu foco nos estudos?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Ajuste e mantenha o que funcionou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23 -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Dormir bem não é preguiça. É inteligência estratégica que multiplica todo seu esforço de estudo.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23: Sono e Consolidação da Memória</dc:title>
  <dc:subject>Foco e Produtividade nos Estudos</dc:subject>
  <dc:creator>Educa com Talento</dc:creator>
  <cp:lastModifiedBy>Educa com Talento</cp:lastModifiedBy>
  <cp:revision>1</cp:revision>
  <dcterms:created xsi:type="dcterms:W3CDTF">2025-12-18T20:13:25Z</dcterms:created>
  <dcterms:modified xsi:type="dcterms:W3CDTF">2025-12-18T20:13:25Z</dcterms:modified>
</cp:coreProperties>
</file>