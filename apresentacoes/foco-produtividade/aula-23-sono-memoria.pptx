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2 - Foco Disperso | Bloco: Foco Disperso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23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57200" y="21945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Sono e Consolidação da Memória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57200" y="3840480"/>
            <a:ext cx="1828800" cy="45720"/>
          </a:xfrm>
          <a:prstGeom prst="rect">
            <a:avLst/>
          </a:prstGeom>
          <a:solidFill>
            <a:srgbClr val="22C55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da Aula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005840" y="1188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neurociência do sono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182880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05840" y="1828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Otimizar quantidade/qualidade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57200" y="246888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005840" y="2468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Aplicar higiene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Neurociência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Ciclos REM e não-REM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Consolidação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glinfático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200" y="2697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22960" y="26974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Sono e criatividade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da Privação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Cognição prejudicada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Memória reduzida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Humor pior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200" y="2697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22960" y="26974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Dormir pouco = mito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Otimizando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7-9 horas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Regularidade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Ambiente: escuro, fresco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Higiene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Evitar telas 1h antes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Cafeína até 14h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Cochilos: máx 20 min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200" y="2697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22960" y="26974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Rotina de desaceleração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Pontos-Chave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Sono consolida memórias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7373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17373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Privação sabota esforço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28600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22960" y="2286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7-9h, regularidade, qualidade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200" y="28346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8346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telas, sem cafeína tarde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 Prática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280160"/>
            <a:ext cx="78638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Otimizar Sono: rastrear + 3 mudanças + comparar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Envie na área de atividades do Moodle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23 - Encerramento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914400" y="1371600"/>
            <a:ext cx="7315200" cy="1645920"/>
          </a:xfrm>
          <a:prstGeom prst="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97280" y="155448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"Dormir bem é inteligência estratégica."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23: Sono e Consolidação da Memória</dc:title>
  <dc:subject>Foco e Produtividade nos Estudos</dc:subject>
  <dc:creator>Educa com Talento</dc:creator>
  <cp:lastModifiedBy>Educa com Talento</cp:lastModifiedBy>
  <cp:revision>1</cp:revision>
  <dcterms:created xsi:type="dcterms:W3CDTF">2025-12-18T19:58:59Z</dcterms:created>
  <dcterms:modified xsi:type="dcterms:W3CDTF">2025-12-18T19:58:59Z</dcterms:modified>
</cp:coreProperties>
</file>