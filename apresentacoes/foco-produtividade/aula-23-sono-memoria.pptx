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Consolidação da Memória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neurociência do sono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Otimizar quantidade e qualidade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higiene do sono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 do Sono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REM e não-REM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Consolidação de memórias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glinfático (limpeza)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e criatividade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da Privação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Cognição prejudicada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de trabalho reduzida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Humor e motivação piores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"Dormir pouco para estudar" = mito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Otimizando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 horas para adultos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Regularidade de horários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Ambiente: escuro, fresco, silencioso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 do Sono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Evitar telas 1h antes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cafeína até 14h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Cochilos: máximo 20 min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de desaceleração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consolida memórias - é parte do estudo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Privação sabota todo esforço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7-9h, regularidade, qualidade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Higiene: sem telas, sem cafeína tarde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Otimizando Meu Sono: Rastrear 1 semana + implementar 3 mudanças + comparar foco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23 -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"Dormir bem não é preguiça. É inteligência estratégica."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23: Sono e Consolidação da Memória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