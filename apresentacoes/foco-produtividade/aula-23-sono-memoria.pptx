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"Vou dormir menos para estudar mais." Essa é uma das frases mais autodestrutivas que um estudante pode dizer.
O sono não é desperdício de tempo. É quando seu cérebro faz o trabalho mais importante: consolidar tudo que você estudou durante o 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Nesta aula, você vai aprender os conceitos principais apresentados nos objetivos. "Vou dormir menos para estudar mais." Essa é uma das frases mais autodestrutivas que um estudante pode dizer.
O sono não é desperdício de tempo. É quando seu cérebro faz o trabalho mais importante: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dos pontos principais da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infográfico resume visualmente os principais conceitos da aula. Use-o para reforçar o aprendizado.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é hora da prática! 1. Rastreie seu sono por 1 semana:
   - Hora de dormir, hora de acordar
   - Qualidade (1-10)
   - Como se sentiu no dia seguinte
2. Implemente 3 mudanças na higiene do sono
3. Compare: Após as mudanças, como está seu foco nos estudos?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Sono é parte do estudo, não competição com o estudo. Proteja seu sono como protege seu tempo de foco.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2 - Foco Disperso e Maestria | Bloco: Foco Disperso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Sono e Consolidação da Memória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~23 minutos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Intermediário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Neurociência do sono e memória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Ciclos de sono (REM e não-REM)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Consolidação de memórias durante o sono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Limpeza de toxinas cerebrais (sistema glinfático)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Sono e criatividade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da privação de sono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na cognição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na memória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no humor e motivação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"Dormir pouco para estudar mais" = mito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Otimizando seu sono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Quantidade ideal (7-9 horas)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Qualidade vs. quantidade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Regularidade do horário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de sono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Higiene do sono para estudantes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Rotina noturna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Evitando telas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Cafeína e timing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Cochilos estratégicos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Infográfico da Aula</a:t>
            </a:r>
            <a:endParaRPr lang="en-US" sz="2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5486400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0" y="9144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Principais:</a:t>
            </a:r>
            <a:endParaRPr lang="en-US" sz="12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**Rastreie seu sono** por 1 semana: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Hora de dormir, hora de acordar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Qualidade (1-10)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Como se sentiu no dia seguinte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**Implemente 3 mudanças** na higiene do sono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**Compare:** Após as mudanças, como está seu foco nos estudos?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23 -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Dormir bem não é preguiça. É inteligência estratégica.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23: Sono e Consolidação da Memória</dc:title>
  <dc:subject>Foco e Produtividade nos Estudos</dc:subject>
  <dc:creator>Educa com Talento</dc:creator>
  <cp:lastModifiedBy>Educa com Talento</cp:lastModifiedBy>
  <cp:revision>1</cp:revision>
  <dcterms:created xsi:type="dcterms:W3CDTF">2025-12-18T20:34:03Z</dcterms:created>
  <dcterms:modified xsi:type="dcterms:W3CDTF">2025-12-18T20:34:03Z</dcterms:modified>
</cp:coreProperties>
</file>