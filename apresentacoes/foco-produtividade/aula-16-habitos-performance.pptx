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Produtividade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Construindo Hábitos de Alta Performance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ciência dos hábitos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novos hábitos de estudo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Quebrar hábitos que sabotam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Ciência dos Hábitos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loop: gatilho → rotina → recompensa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hábitos economizam energia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Hábitos keystone (pedra angular)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Criando Novos Hábitos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ridiculamente pequeno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Encadeamento (habit stacking)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como gatilho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Recompensas imediatas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Quebrando Hábitos Ruins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Identifique o gatilho real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Substitua, não apenas elimine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Aumente a fricção para o ruim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Acompanhamento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 tracker visual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quebre a corrente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Perdoe falhas, retome rápido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Hábitos são mais confiáveis que motivação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loop: gatilho → rotina → recompensa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pequeno, encadeie, use o ambiente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de 66 dias para formar um hábito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Implantando Um Hábito de Estudo: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Escolha UM hábito específico (pequeno!)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Defina: gatilho, rotina, recompensa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Crie um tracker para 30 dias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Execute por 2 semanas sem falhar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Reflexão: o que funcionou?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16 -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alcança seus objetivos. Você cai ao nível dos seus sistemas. - James Clear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16: Construindo Hábitos de Alta Performance</dc:title>
  <dc:subject>Foco e Produtividade nos Estudos</dc:subject>
  <dc:creator>Educa com Talento</dc:creator>
  <cp:lastModifiedBy>Educa com Talento</cp:lastModifiedBy>
  <cp:revision>1</cp:revision>
  <dcterms:created xsi:type="dcterms:W3CDTF">2025-12-18T20:13:24Z</dcterms:created>
  <dcterms:modified xsi:type="dcterms:W3CDTF">2025-12-18T20:13:24Z</dcterms:modified>
</cp:coreProperties>
</file>