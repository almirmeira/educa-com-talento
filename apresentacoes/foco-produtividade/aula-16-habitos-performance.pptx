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Hábitos de Alta Performance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ciência dos hábitos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novos hábitos de estudo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Quebrar hábitos ruins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dos Hábitos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Loop: gatilho → rotina → recompensa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economizam energia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Hábitos keystone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Novos Hábitos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ridiculamente pequeno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Encadeamento (habit stacking)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como gatilho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Recompensas imediatas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Quebrando Hábitos Ruins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gatilhos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Substituir (não eliminar)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Aumentar fricção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Acompanhamento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 tracker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quebre a corrente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Aceite falhas ocasionais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Hábitos são mais confiáveis que motivação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Loop: gatilho → rotina → recompensa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pequeno, encadeie, use ambiente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dias para formar um hábito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Implantando Um Hábito: Definir loop + criar tracker + executar 2 semanas + reflexão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16 -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alcança objetivos. Você cai ao nível dos seus sistemas."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16: Construindo Hábitos de Alta Performance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