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Motivação é como uma onda - vem e vai. Você não pode depender dela para estudar todo dia. Mas sabe o que é constante? Hábitos.
Quando algo vira hábito, você faz sem pensar, sem esforço, sem precisar de motivação. É automático. E essa é a chave para consistência nos estudos.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Nesta aula, você vai aprender os conceitos principais apresentados nos objetivos. Motivação é como uma onda - vem e vai. Você não pode depender dela para estudar todo dia. Mas sabe o que é constante? Hábitos.
Quando algo vira hábito, você faz sem pensar, sem esforço, sem preci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pontos principais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infográfico resume visualmente os principais conceitos da aula. Use-o para reforçar o aprendizado.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da prática! 1. Defina UM hábito específico de estudo (comece pequeno!)
2. Planeje o loop:
   - Gatilho: Quando/onde/depois do quê?
   - Rotina: O que exatamente vai fazer?
   - Recompensa: O que ganha imediatamente após?
3. Crie um tracker para 30 dias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busque motivação - construa sistemas. Hábitos são o sistema mais poderoso que existe. Comece pequeno, seja consistente, e em 66 dias (média para formar um hábito), estudar vai ser tão natural quanto escovar os dentes.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1 - Hiperfoco e Hiperprodutividade | Bloco: Produtividade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Construindo Hábitos de Alta Performance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~22 minutos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ciência dos hábitos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 do hábito (gatilho → rotina → recompensa)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hábitos economizam energia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Hábitos keystone (pedra angular)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Criando novos hábitos de estudo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Comece ridiculamente pequeno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Encadeamento de hábitos (habit stacking)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como gatilho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Recompensas imediatas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Quebrando hábitos ruins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Identificando gatilhos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Substituição em vez de eliminação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Aumentando a fricção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acompanhamento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Habit tracker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quebre a corrente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Lidando com falhas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Infográfico da Aula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Principais: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**Defina UM hábito** específico de estudo (comece pequeno!)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**Planeje o loop:**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Gatilho: Quando/onde/depois do quê?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Rotina: O que exatamente vai fazer?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Recompensa: O que ganha imediatamente após?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**Crie um tracker** para 30 dias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16 -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16: Construindo Hábitos de Alta Performance</dc:title>
  <dc:subject>Foco e Produtividade nos Estudos</dc:subject>
  <dc:creator>Educa com Talento</dc:creator>
  <cp:lastModifiedBy>Educa com Talento</cp:lastModifiedBy>
  <cp:revision>1</cp:revision>
  <dcterms:created xsi:type="dcterms:W3CDTF">2025-12-18T20:33:57Z</dcterms:created>
  <dcterms:modified xsi:type="dcterms:W3CDTF">2025-12-18T20:33:57Z</dcterms:modified>
</cp:coreProperties>
</file>