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Produtividade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16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Construindo Hábitos de Alta Performance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84048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ciência dos hábitos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novos hábitos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Quebrar hábitos ruins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Loop: gatilho → rotina → recompensa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Economizam energia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Hábitos keystone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Novos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pequeno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Encadeamento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como gatilho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Recompensas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Quebrar Ruins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gatilhos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Substituir (não eliminar)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Aumentar fricção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tracker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quebre a corrente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 falhas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Pontos-Chave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Hábitos &gt; motivação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Loop: gatilho → rotina → recompensa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pequeno, encadeie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dias para formar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2801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Implantar 1 Hábito: loop + tracker + 2 semanas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Envie na área de atividades do Moodle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109728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16 - Encerramento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5544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"Você cai ao nível dos seus sistemas."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16: Construindo Hábitos de Alta Performance</dc:title>
  <dc:subject>Foco e Produtividade nos Estudos</dc:subject>
  <dc:creator>Educa com Talento</dc:creator>
  <cp:lastModifiedBy>Educa com Talento</cp:lastModifiedBy>
  <cp:revision>1</cp:revision>
  <dcterms:created xsi:type="dcterms:W3CDTF">2025-12-18T19:58:58Z</dcterms:created>
  <dcterms:modified xsi:type="dcterms:W3CDTF">2025-12-18T19:58:58Z</dcterms:modified>
</cp:coreProperties>
</file>