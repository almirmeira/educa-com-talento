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Física e Mental: Os Fundamentos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conexão corpo-mente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Otimizar os 4 pilares de energia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fundamentos físicos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e Mente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cérebro carregando corpo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físico afeta cognição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pilares da energia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da memória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 horas para adultos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 do sono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Alimentação e Hidratação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que potencializam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picos de açúcar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litros de água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aumenta BDNF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com movimento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ficar 100% sentado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pilares: sono, alimentação, hidratação, movimento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consolida memória - não pule!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Hidratação afeta cognição diretamente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Exercício: fertilizante para neurônios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dos Fundamentos: Sono/água/exercício/alimentação + escolher 1 pilar + registrar mudanças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14 -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"Antes de técnicas sofisticadas, garanta que o básico está coberto."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14: Energia Física e Mental: Os Fundamentos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