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Aprendizagem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14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Física e Mental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conexão corpo-mente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Otimizar 4 pilares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fundamentos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 e Mente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cérebro carregando corpo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Físico afeta cognição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da energia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 memória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7-9 horas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Higiene do sono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Alimentação/Hidratação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 que potencializam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picos de açúcar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litros de água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aumenta BDNF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Pausas com movimento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ficar 100% sentado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pilares: sono, alimentação, água, movimento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 consolida memória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Hidratação afeta cognição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 fertilizante neuronal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Auditoria: sono/água/exercício + melhorar 1 pilar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14 - Encerramento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"Antes de técnicas sofisticadas, garanta o básico."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14: Energia Física e Mental</dc:title>
  <dc:subject>Foco e Produtividade nos Estudos</dc:subject>
  <dc:creator>Educa com Talento</dc:creator>
  <cp:lastModifiedBy>Educa com Talento</cp:lastModifiedBy>
  <cp:revision>1</cp:revision>
  <dcterms:created xsi:type="dcterms:W3CDTF">2025-12-18T19:58:58Z</dcterms:created>
  <dcterms:modified xsi:type="dcterms:W3CDTF">2025-12-18T19:58:58Z</dcterms:modified>
</cp:coreProperties>
</file>