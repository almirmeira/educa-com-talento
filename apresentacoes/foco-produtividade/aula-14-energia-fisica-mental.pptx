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pode ter todas as técnicas de foco do mundo, mas se estiver dormindo mal, alimentando-se mal e sedentário, seu cérebro simplesmente não vai funcionar direito.
Hoje vamos falar dos fundamentos físicos que sustentam todo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Você pode ter todas as técnicas de foco do mundo, mas se estiver dormindo mal, alimentando-se mal e sedentário, seu cérebro simplesmente não vai funcionar direito.
Hoje vamos falar dos fundamentos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Auditoria dos fundamentos esta semana:
   - Sono: quantas horas por noite?
   - Água: quantos copos por dia?
   - Exercício: quantos minutos por semana?
   - Alimentação: como está antes de estudar?
2. Escolha UM pilar para melhorar esta semana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procurar técnicas sofisticadas de estudo, certifique-se de que o básico está coberto: sono, alimentação, hidratação, movimento. É o fundamento sobre o qual todo o resto se constrói.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Aprendizagem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Física e Mental: Os Fundamentos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~20-25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e mente conectados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é um cérebro carregando um corpo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estado físico afeta cognição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pilares da energia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- o fundamento esquecido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e consolidação da memória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sono você realmente precisa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Higiene do sono para estudantes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Alimentação e hidratação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Alimentos que potencializam o foco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evitar antes de estudar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Hidratação e função cerebral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Movimento e pausas ativas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 e função cognitiva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com movimento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importância de não ficar sentado o dia todo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43600" y="137160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4"/>
          <p:cNvSpPr/>
          <p:nvPr/>
        </p:nvSpPr>
        <p:spPr>
          <a:xfrm>
            <a:off x="6309360" y="1325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14884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9" name="Text 6"/>
          <p:cNvSpPr/>
          <p:nvPr/>
        </p:nvSpPr>
        <p:spPr>
          <a:xfrm>
            <a:off x="630936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43600" y="292608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2880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70332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3" name="Text 10"/>
          <p:cNvSpPr/>
          <p:nvPr/>
        </p:nvSpPr>
        <p:spPr>
          <a:xfrm>
            <a:off x="6309360" y="3657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**Auditoria dos fundamentos** esta semana: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Sono: quantas horas por noite?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Água: quantos copos por dia?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Exercício: quantos minutos por semana?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Alimentação: como está antes de estudar?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**Escolha UM pilar** para melhorar esta semana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14 -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14: Energia Física e Mental: Os Fundamentos</dc:title>
  <dc:subject>Foco e Produtividade nos Estudos</dc:subject>
  <dc:creator>Educa com Talento</dc:creator>
  <cp:lastModifiedBy>Educa com Talento</cp:lastModifiedBy>
  <cp:revision>1</cp:revision>
  <dcterms:created xsi:type="dcterms:W3CDTF">2025-12-18T20:33:57Z</dcterms:created>
  <dcterms:modified xsi:type="dcterms:W3CDTF">2025-12-18T20:33:57Z</dcterms:modified>
</cp:coreProperties>
</file>