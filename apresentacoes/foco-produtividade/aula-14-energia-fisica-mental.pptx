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Física e Mental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conexão corpo-mente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Otimizar os 4 pilares de energia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fundamentos físicos do foco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e Mente Conectados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é só um cérebro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físico afeta cognição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4 pilares da energia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1: Sono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 memórias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 horas para adultos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&gt; quantidade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2 e 3: Alimentação e Água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Evite picos de açúcar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Proteínas e gorduras boas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litros de água por dia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4: Movimento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aumenta BDNF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com movimento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fique 100% do tempo sentado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pilares: sono, alimentação, hidratação, movimento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consolida memória - não pule jamais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Desidratação leve já prejudica cognição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é fertilizante para neurônios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dos Fundamentos: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Sono: quantas horas por noite?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Água: quantos copos por dia?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Exercício: quantos minutos por semana?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Escolha UM pilar para melhorar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Registre impacto no foco após 1 semana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14 -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procurar técnicas sofisticadas, certifique-se de que o básico está coberto. É o fundamento de tudo.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14: Energia Física e Mental</dc:title>
  <dc:subject>Foco e Produtividade nos Estudos</dc:subject>
  <dc:creator>Educa com Talento</dc:creator>
  <cp:lastModifiedBy>Educa com Talento</cp:lastModifiedBy>
  <cp:revision>1</cp:revision>
  <dcterms:created xsi:type="dcterms:W3CDTF">2025-12-18T20:13:23Z</dcterms:created>
  <dcterms:modified xsi:type="dcterms:W3CDTF">2025-12-18T20:13:23Z</dcterms:modified>
</cp:coreProperties>
</file>