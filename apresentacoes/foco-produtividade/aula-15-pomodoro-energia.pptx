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Pomodoro e Gestão de Energia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a técnica Pomodoro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Adaptar para seu perfil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Gerenciar energia ao longo do dia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 Original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 foco + 5 min pausa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4, pausa longa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funciona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Adaptações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Estendido: 45-90 min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Curto: 15-20 min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Encontrar seu ritmo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Energia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Ritmos ultradianos (90-120 min)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Horários de pico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tarefas difíceis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que Renovam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SIM: caminhar, alongar, janela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NÃO: redes sociais, e-mail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ativa vs. passiva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Pomodoro: ciclo de foco + pausa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Adapte: 25, 45 ou 90 minutos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Conheça seus horários de pico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sem telas renovam mais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 Pomodoro: 3 versões (25/5, 45/10, 15/3) + mapear picos + alocar tarefas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15 -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"Pomodoro não é sobre 25 minutos. É sobre alternar foco e recuperação."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15: Técnica Pomodoro e Gestão de Energia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