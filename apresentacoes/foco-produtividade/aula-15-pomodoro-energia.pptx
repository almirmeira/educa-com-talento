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Aprendizagem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 Pomodoro e Gestão de Energia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a técnica Pomodoro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 para seu perfil pessoal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Gerenciar energia ao longo do dia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Original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minutos de foco total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minutos de pausa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cada 4: pausa longa de 15-30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Adaptações Personalizadas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Estendido: 45-90 minutos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Curto: 15-20 minutos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Encontre SEU ritmo ideal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Energia Diária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Ritmos ultradianos: 90-120 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Identifique seus horários de pico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difíceis nos picos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 que Renovam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SIM: caminhar, alongar, janela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redes sociais, e-mail, notícias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 sem telas funcionam melhor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é sobre ciclo de foco + pausa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Adapte: 25, 45 ou 90 minutos conforme seu perfil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Conheça e respeite seus horários de pico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 sem telas renovam muito mais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 Pomodoro: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 1-2: Teste 25/5 (clássico)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Dia 3-4: Teste 45/10 (estendido)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Dia 5-7: Teste sua combinação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Registre qualidade do foco em cada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Defina seu ritmo ideal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15 -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não é sobre 25 minutos específicos. É sobre alternar foco intenso com recuperação real.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15: Técnica Pomodoro e Gestão de Energia</dc:title>
  <dc:subject>Foco e Produtividade nos Estudos</dc:subject>
  <dc:creator>Educa com Talento</dc:creator>
  <cp:lastModifiedBy>Educa com Talento</cp:lastModifiedBy>
  <cp:revision>1</cp:revision>
  <dcterms:created xsi:type="dcterms:W3CDTF">2025-12-18T20:13:24Z</dcterms:created>
  <dcterms:modified xsi:type="dcterms:W3CDTF">2025-12-18T20:13:24Z</dcterms:modified>
</cp:coreProperties>
</file>