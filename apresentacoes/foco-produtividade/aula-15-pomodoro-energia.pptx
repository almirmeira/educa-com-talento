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15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Pomodoro e Gestão de Energia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Dominar Pomodoro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para seu perfil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Gerenciar energia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Pomodoro Original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 + 5 pausa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cada 4, pausa longa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funciona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Adaptações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Estendido: 45-90 min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Curto: 15-20 min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seu ritmo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Ritmos ultradianos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Horários de pico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Alocar tarefas difíceis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SIM: caminhar, alongar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NÃO: redes sociais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ativa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Pomodoro: ciclo foco + pausa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Adapte: 25, 45 ou 90 min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Conheça seus picos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sem telas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Experimento: 3 versões + mapear picos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15 -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"Pomodoro é sobre alternar foco e recuperação."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15: Técnica Pomodoro e Gestão de Energia</dc:title>
  <dc:subject>Foco e Produtividade nos Estudos</dc:subject>
  <dc:creator>Educa com Talento</dc:creator>
  <cp:lastModifiedBy>Educa com Talento</cp:lastModifiedBy>
  <cp:revision>1</cp:revision>
  <dcterms:created xsi:type="dcterms:W3CDTF">2025-12-18T19:58:58Z</dcterms:created>
  <dcterms:modified xsi:type="dcterms:W3CDTF">2025-12-18T19:58:58Z</dcterms:modified>
</cp:coreProperties>
</file>