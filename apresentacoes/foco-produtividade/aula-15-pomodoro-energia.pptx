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Técnica Pomodoro é uma das ferramentas mais populares de produtividade - mas muita gente usa errado. Hoje você vai aprender a usar corretamente E a adaptar para seu perfil.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Nesta aula, você vai aprender os conceitos principais apresentados nos objetivos. A Técnica Pomodoro é uma das ferramentas mais populares de produtividade - mas muita gente usa errado. Hoje você vai aprender a usar corretamente E a adaptar para seu perfil.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dos pontos principais da aula. Conceitos fundamentais apresentados. Técnicas práticas demonstradas. Aplicação imediata possível. Conexão com próximos conteúdos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infográfico resume visualmente os principais conceitos da aula. Use-o para reforçar o aprendizado. Conceitos fundamentais apresentados. Técnicas práticas demonstradas. Aplicação imediata possível. Conexão com próximos conteúdos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é hora da prática! 1. Experimente 3 versões do Pomodoro esta semana:
   - 25/5 (clássico)
   - 45/10 (estendido)
   - 15/3 (curto)
2. Registre: Qual funcionou melhor para você?
3. Mapeie seus horários de pico: Em que momentos do dia seu foco é naturalmente maior?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Pomodoro não é sobre 25 minutos especificamente - é sobre alternar foco intenso com recuperação. Encontre seu ritmo ideal e respeite a necessidade de pausas.
Com isso fechamos o Bloco Aprendizagem! Nas próximas aulas, entraremos no Bloco Produtividade.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1 - Hiperfoco e Hiperprodutividade | Bloco: Aprendizagem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 Pomodoro e Gestão de Energia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~20-25 minutos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23444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258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325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fundamentais apresentados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4028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3317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3317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práticas demonstradas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24612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3375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33375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Aplicação imediata possível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Técnica Pomodoro original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História e conceito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25 minutos funciona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regras básicas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Adaptando para você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Pomodoros estendidos (45-90 min)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Pomodoros curtos (15-20 min)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Encontrando seu ritmo ideal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energia ao longo do dia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Ritmos ultradianos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Seus horários de pico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Alocando tarefas por energia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Pausas que realmente renovam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fazer nas pausas (e o que não fazer)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Pausas curtas vs. pausas longas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Recuperação ativa vs. passiva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344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188720" y="109728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12344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fundamentais apresentados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01168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0574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188720" y="192024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205740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práticas demonstradas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283464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8803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88720" y="274320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288036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Aplicação imediata possível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3657600"/>
            <a:ext cx="457200" cy="45720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7033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188720" y="356616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0" y="370332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Conexão com próximos conteúdos</a:t>
            </a:r>
            <a:endParaRPr lang="en-US" sz="14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Infográfico da Aula</a:t>
            </a:r>
            <a:endParaRPr lang="en-US" sz="2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5486400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0" y="9144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Principais: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943600" y="1371600"/>
            <a:ext cx="228600" cy="2286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7" name="Text 4"/>
          <p:cNvSpPr/>
          <p:nvPr/>
        </p:nvSpPr>
        <p:spPr>
          <a:xfrm>
            <a:off x="6309360" y="132588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fundamentais apresentados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943600" y="2148840"/>
            <a:ext cx="228600" cy="2286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9" name="Text 6"/>
          <p:cNvSpPr/>
          <p:nvPr/>
        </p:nvSpPr>
        <p:spPr>
          <a:xfrm>
            <a:off x="6309360" y="210312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práticas demonstradas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943600" y="2926080"/>
            <a:ext cx="228600" cy="2286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11" name="Text 8"/>
          <p:cNvSpPr/>
          <p:nvPr/>
        </p:nvSpPr>
        <p:spPr>
          <a:xfrm>
            <a:off x="6309360" y="288036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Aplicação imediata possível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0" y="3703320"/>
            <a:ext cx="228600" cy="2286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13" name="Text 10"/>
          <p:cNvSpPr/>
          <p:nvPr/>
        </p:nvSpPr>
        <p:spPr>
          <a:xfrm>
            <a:off x="6309360" y="3657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Conexão com próximos conteúdos</a:t>
            </a:r>
            <a:endParaRPr lang="en-US" sz="10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**Experimente 3 versões do Pomodoro** esta semana: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- 25/5 (clássico)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- 45/10 (estendido)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- 15/3 (curto)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**Registre:** Qual funcionou melhor para você?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**Mapeie seus horários de pico:** Em que momentos do dia seu foco é naturalmente maior?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15 -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15: Técnica Pomodoro e Gestão de Energia</dc:title>
  <dc:subject>Foco e Produtividade nos Estudos</dc:subject>
  <dc:creator>Educa com Talento</dc:creator>
  <cp:lastModifiedBy>Educa com Talento</cp:lastModifiedBy>
  <cp:revision>1</cp:revision>
  <dcterms:created xsi:type="dcterms:W3CDTF">2025-12-18T20:33:57Z</dcterms:created>
  <dcterms:modified xsi:type="dcterms:W3CDTF">2025-12-18T20:33:57Z</dcterms:modified>
</cp:coreProperties>
</file>