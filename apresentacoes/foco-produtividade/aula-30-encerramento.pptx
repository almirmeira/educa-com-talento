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2 - Maestria | Encerramento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73152" cy="22860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1097280" cy="109728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Encerramento e Plano de Continuidade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2377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Produtividade nos Estudos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0" y="3017520"/>
            <a:ext cx="2743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Duração: ~25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Nível: Intermediário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Prático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Objetivos da Aula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325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toda a jornada do curso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4028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3317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plano concreto de continuidade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Celebrar e seguir em frente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69680" y="1097280"/>
            <a:ext cx="91440" cy="3017520"/>
          </a:xfrm>
          <a:prstGeom prst="rect">
            <a:avLst/>
          </a:prstGeom>
          <a:solidFill>
            <a:srgbClr val="667EEA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22860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1 - Hiperfoco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(1-5): teoria e mindset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972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 (6-10): proteção e uso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Aprendizagem (11-15): técnicas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0116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49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Produtividade (16-20): consistência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667E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4572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2 - Foco Disperso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Disperso (21-25): o outro modo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Maestria (26-30): integração total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dança entre os modos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6858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Continuidade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dias: 3-5 técnicas principais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meses: refinar baseado em resultados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ano: tornar natural, expandir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para Continuar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Livros: Hiperfoco, Deep 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Ultra-Aprendizado, Atomic Habits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Revisitar este curso quando precisar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9333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Pontos-Chave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097280"/>
            <a:ext cx="54864" cy="3200400"/>
          </a:xfrm>
          <a:prstGeom prst="rect">
            <a:avLst/>
          </a:prstGeom>
          <a:solidFill>
            <a:srgbClr val="3D3D5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8872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109728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2344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aulas = base completa de foco e produtividade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8720" y="192024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0574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Hiperfoco + Foco Disperso = sistema completo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80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88720" y="274320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8803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é sobre prática consistente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657600"/>
            <a:ext cx="457200" cy="45720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03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88720" y="356616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7033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jornada de maestria continua para sempre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Atividade Prática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560320"/>
          </a:xfrm>
          <a:prstGeom prst="roundRect">
            <a:avLst/>
          </a:prstGeom>
          <a:solidFill>
            <a:srgbClr val="2A2A4A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1280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Missão: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Declaração de Comprometimento: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 que mais impactou você neste curso?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Liste 3 técnicas que vai implementar JÁ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Escreva seu sistema resumido em 5 pontos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Declare seu compromisso por escrito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Conte a alguém (accountability)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64008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Envie na área de atividades do Moodle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30 - Encerramento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2743200" cy="914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822960"/>
            <a:ext cx="2743200" cy="91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0" y="822960"/>
            <a:ext cx="274320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71600"/>
            <a:ext cx="7315200" cy="18288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667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educação não é preparação para a vida. A educação é a própria vida. - John Dewey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384048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www.educacomtalento.com.br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3886200"/>
            <a:ext cx="22860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30: Encerramento e Plano de Continuidade</dc:title>
  <dc:subject>Foco e Produtividade nos Estudos</dc:subject>
  <dc:creator>Educa com Talento</dc:creator>
  <cp:lastModifiedBy>Educa com Talento</cp:lastModifiedBy>
  <cp:revision>1</cp:revision>
  <dcterms:created xsi:type="dcterms:W3CDTF">2025-12-18T20:13:26Z</dcterms:created>
  <dcterms:modified xsi:type="dcterms:W3CDTF">2025-12-18T20:13:26Z</dcterms:modified>
</cp:coreProperties>
</file>