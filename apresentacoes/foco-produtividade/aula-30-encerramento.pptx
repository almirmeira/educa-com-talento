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82880"/>
            <a:ext cx="1097280" cy="4572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2 - Maestria | Encerramento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30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1945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Encerramento e Plano de Continuidade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3840480"/>
            <a:ext cx="1828800" cy="45720"/>
          </a:xfrm>
          <a:prstGeom prst="rect">
            <a:avLst/>
          </a:prstGeom>
          <a:solidFill>
            <a:srgbClr val="22C55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da Aula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05840" y="1188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Revisar toda a jornada do curso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1828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Criar plano de continuidade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246888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05840" y="2468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Celebrar e seguir em frente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Revisão: Módulo 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Fundamentos (1-5)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Atenção (6-10)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Aprendizagem (11-15)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26974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Produtividade (16-20)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Revisão: Módulo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Disperso (21-25)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Maestria (26-30)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dança entre os modos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 de Continuidade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30 dias: 3-5 técnicas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3 meses: refinar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 ano: tornar natural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Recursos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Livros: Hiperfoco, Deep Work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Ultra-Aprendizado, Atomic Habits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Revisitar o curso quando precisar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Pontos-Chave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aulas = base completa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7373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17373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Hiperfoco + Foco Disperso = sistema completo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2286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é sobre prática consistente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28346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28346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jornada continua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 Prática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80160"/>
            <a:ext cx="78638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Declaração de Comprometimento: Reflexão + 3 técnicas principais + sistema resumido + compromisso assinado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Envie na área de atividades do Moodle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30 - Encerramento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914400" y="1371600"/>
            <a:ext cx="7315200" cy="1645920"/>
          </a:xfrm>
          <a:prstGeom prst="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155448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 educação não é preparação para a vida. A educação é a própria vida."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30: Encerramento e Plano de Continuidade</dc:title>
  <dc:subject>Foco e Produtividade nos Estudos</dc:subject>
  <dc:creator>Educa com Talento</dc:creator>
  <cp:lastModifiedBy>Educa com Talento</cp:lastModifiedBy>
  <cp:revision>1</cp:revision>
  <dcterms:created xsi:type="dcterms:W3CDTF">2025-12-18T19:08:05Z</dcterms:created>
  <dcterms:modified xsi:type="dcterms:W3CDTF">2025-12-18T19:08:05Z</dcterms:modified>
</cp:coreProperties>
</file>