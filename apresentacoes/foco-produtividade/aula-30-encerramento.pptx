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Encerramento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30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Encerramento e Plano de Continuidade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jornada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plano de continuidade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Celebrar e seguir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(1-5)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(6-10)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Aprendizagem (11-15)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Produtividade (16-20)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Disperso (21-25)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Maestria (26-30)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dança entre modos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Continuidade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dias: 3-5 técnicas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meses: refinar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ano: tornar natural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Hiperfoco, Deep Work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Ultra-Aprendizado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Habits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Revisitar curso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aulas = base completa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Disperso = sistema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Agora: prática consistente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jornada continua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Declaração: reflexão + 3 técnicas + compromisso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30 -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educação é a própria vida."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30: Encerramento e Plano de Continuidade</dc:title>
  <dc:subject>Foco e Produtividade nos Estudos</dc:subject>
  <dc:creator>Educa com Talento</dc:creator>
  <cp:lastModifiedBy>Educa com Talento</cp:lastModifiedBy>
  <cp:revision>1</cp:revision>
  <dcterms:created xsi:type="dcterms:W3CDTF">2025-12-18T19:59:00Z</dcterms:created>
  <dcterms:modified xsi:type="dcterms:W3CDTF">2025-12-18T19:59:00Z</dcterms:modified>
</cp:coreProperties>
</file>