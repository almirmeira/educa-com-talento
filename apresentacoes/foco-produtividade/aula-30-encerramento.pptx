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conseguiu!
30 aulas. Dezenas de conceitos. Centenas de técnicas. E você chegou até aqui. Isso já diz muito sobre seu comprometimento com sua transformação.
Mas quero deixar algo claro: este curso termina aqui. Sua jornada,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Você conseguiu!
30 aulas. Dezenas de conceitos. Centenas de técnicas. E você chegou até aqui. Isso já diz muito sobre seu comprometimento com sua transformação.
Mas quero deixar algo claro: este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por confiar neste curso para sua transformação. Agora, a responsabilidade é sua.
Você tem o conhecimento. Você tem as ferramentas. Você tem o sistema.
Agora, vá estudar. De verdade.
E quando você alcançar seus objetivos - e você vai alcançar - lembre-se de que foi você quem fez o trabalho. Este curso apenas mostrou o caminho.
Sucesso na sua jornada!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Maestria (Encerramento)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Encerramento e Plano de Continuidade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Avançado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completa do curso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1: Hiperfoco e Hiperprodutividade (Aulas 1-20)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2: Foco Disperso e Maestria (Aulas 21-30)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Conceitos-chave de cada bloco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plano de continuidade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implementar primeiro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das técnicas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 meses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para seguir aprendendo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Livros recomendados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e suporte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Revisitando o curso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Palavras finais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transformação é gradual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Celebre seu progresso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convite para maestria contínua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30 -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30: Encerramento e Plano de Continuidade</dc:title>
  <dc:subject>Foco e Produtividade nos Estudos</dc:subject>
  <dc:creator>Educa com Talento</dc:creator>
  <cp:lastModifiedBy>Educa com Talento</cp:lastModifiedBy>
  <cp:revision>1</cp:revision>
  <dcterms:created xsi:type="dcterms:W3CDTF">2025-12-18T20:34:06Z</dcterms:created>
  <dcterms:modified xsi:type="dcterms:W3CDTF">2025-12-18T20:34:06Z</dcterms:modified>
</cp:coreProperties>
</file>