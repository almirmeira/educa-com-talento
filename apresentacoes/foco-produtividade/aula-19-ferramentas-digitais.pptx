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1 - Hiperfoco | Bloco: Produtividade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 Digitais para Foco e Produtividade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 Produtividade nos Estudos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1828800" cy="45720"/>
          </a:xfrm>
          <a:prstGeom prst="rect">
            <a:avLst/>
          </a:prstGeom>
          <a:solidFill>
            <a:srgbClr val="22C55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Aula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Escolher ferramentas essenciais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colecionismo de apps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 seu stack digital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 de Foco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Bloqueadores: Cold Turkey, Freedom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 (gamifica foco)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Brain.fm (música IA)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 de Organização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Todoist (tarefas simples)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 (canivete suíço)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Calendar (time blocking)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 de Memorização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Anki (flashcards)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XMind/Miro (mapas mentais)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Obsidian (second brain)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Stack Ideal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bloqueador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gerenciador de tarefas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sistema de flashcards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calendário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Pontos-Chave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ferramentas, melhor usadas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Foco: bloqueador + timer + música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Organização: tarefas + calendário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melhor ferramenta é a que você usa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 Prática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Montando Meu Stack: Avaliar atuais + definir 4 essenciais + configurar + usar 1 semana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Envie na área de atividades do Moodle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19 - Encerramento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7315200" cy="1645920"/>
          </a:xfrm>
          <a:prstGeom prst="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55448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melhor ferramenta é aquela que você realmente usa."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 com Talento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www.educacomtalento.com.br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Educa com Talento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19: Ferramentas Digitais para Foco e Produtividade</dc:title>
  <dc:subject>Foco e Produtividade nos Estudos</dc:subject>
  <dc:creator>Educa com Talento</dc:creator>
  <cp:lastModifiedBy>Educa com Talento</cp:lastModifiedBy>
  <cp:revision>1</cp:revision>
  <dcterms:created xsi:type="dcterms:W3CDTF">2025-12-18T19:08:05Z</dcterms:created>
  <dcterms:modified xsi:type="dcterms:W3CDTF">2025-12-18T19:08:05Z</dcterms:modified>
</cp:coreProperties>
</file>