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19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Digitais para Foco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ferramentas essenciais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colecionismo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stack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Turkey, Freedom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Forest (gamifica)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Brain.fm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Todoist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Calendar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Memorização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XMind/Miro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Obsidian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Ideal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bloqueador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tarefas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flashcards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Calendário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ferramentas, melhor usadas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Foco: bloqueador + timer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Organização: tarefas + calendário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= a que você usa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Stack: avaliar + 4 essenciais + usar 1 semana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19 -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melhor ferramenta é a que você usa."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19: Ferramentas Digitais para Foco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