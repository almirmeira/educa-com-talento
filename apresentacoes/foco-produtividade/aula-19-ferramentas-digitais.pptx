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Digitais para Foco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ferramentas essenciais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o colecionismo de apps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seu stack digital mínimo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Foco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Bloqueadores: Cold Turkey, Freedom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Forest: gamifica o foco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Brain.fm: música por IA para concentração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Organização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Todoist: tarefas simples e rápidas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Notion: canivete suíço (mais complexo)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Calendar: time blocking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Memorização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Anki: flashcards com repetição espaçada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XMind/Miro: mapas mentais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Obsidian: conectar conhecimentos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Stack Ideal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bloqueador de distração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gerenciador de tarefas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sistema de flashcards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calendário de sempre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ferramentas, melhor usadas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Foco: bloqueador + timer + música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Organização: tarefas + calendário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ferramenta é a que você realmente usa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Montando Meu Stack Digital: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todas as ferramentas que tem instaladas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Quais você realmente USA?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Defina seu stack mínimo (máx 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Configure cada uma adequadamente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Use por 1 semana e avalie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19 -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ferramenta é aquela que você realmente usa. Simplicidade supera sofisticação.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19: Ferramentas Digitais para Foco</dc:title>
  <dc:subject>Foco e Produtividade nos Estudos</dc:subject>
  <dc:creator>Educa com Talento</dc:creator>
  <cp:lastModifiedBy>Educa com Talento</cp:lastModifiedBy>
  <cp:revision>1</cp:revision>
  <dcterms:created xsi:type="dcterms:W3CDTF">2025-12-18T20:13:24Z</dcterms:created>
  <dcterms:modified xsi:type="dcterms:W3CDTF">2025-12-18T20:13:24Z</dcterms:modified>
</cp:coreProperties>
</file>