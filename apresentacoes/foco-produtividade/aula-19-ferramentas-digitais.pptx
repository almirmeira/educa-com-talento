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Existe uma doença moderna chamada "colecionismo de apps". A pessoa baixa 15 ferramentas de produtividade e fica menos produtiva porque passa tempo demais organizando ferramentas.
Hoje vou te mostrar as melhores ferramentas em cada categoria - e mais importante, como escolher POUCAS e usá-las bem.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Existe uma doença moderna chamada "colecionismo de apps". A pessoa baixa 15 ferramentas de produtividade e fica menos produtiva porque passa tempo demais organizando ferramentas.
Hoje vou te mostrar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Avalie suas ferramentas atuais:
   - O que você usa de verdade?
   - O que tem instalado mas não usa?
2. Defina seu stack mínimo:
   - Foco: ___
   - Tarefas: ___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Ferramentas são amplificadores. Amplificam tanto seus bons hábitos quanto os ruins. Use-as conscientemente.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1 - Hiperfoco e Hiperprodutividade | Bloco: Produtividade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Digitais para Foco e Produtividade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~20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de foco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Bloqueadores de distração (Cold Turkey, Freedom, Forest)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 de Pomodoro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para foco (Brain.fm, Noisli)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de organização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Gerenciadores de tarefas (Todoist, Things, Notion)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Calendários e time blocking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brain (Notion, Obsidian)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de memorização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Flashcards (Anki, Quizlet)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mentais (XMind, Miro)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Anotações inteligentes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Montando seu stack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é mais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entre ferramentas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Testar antes de adotar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**Avalie** suas ferramentas atuais: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O que você usa de verdade?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O que tem instalado mas não usa?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**Defina seu stack mínimo:**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Foco: ___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Tarefas: ___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19 -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melhor ferramenta é aquela que você realmente usa.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19: Ferramentas Digitais para Foco e Produtividade</dc:title>
  <dc:subject>Foco e Produtividade nos Estudos</dc:subject>
  <dc:creator>Educa com Talento</dc:creator>
  <cp:lastModifiedBy>Educa com Talento</cp:lastModifiedBy>
  <cp:revision>1</cp:revision>
  <dcterms:created xsi:type="dcterms:W3CDTF">2025-12-18T20:33:59Z</dcterms:created>
  <dcterms:modified xsi:type="dcterms:W3CDTF">2025-12-18T20:33:59Z</dcterms:modified>
</cp:coreProperties>
</file>