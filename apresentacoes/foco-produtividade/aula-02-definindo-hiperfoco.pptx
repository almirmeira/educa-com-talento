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74320"/>
            <a:ext cx="914400" cy="548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011680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457200" y="274320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2: Definindo Hiperfoco e Hiperprodutividade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338328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1 - Hiperfoco e Hiperprodutividade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9144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Pergunta que Muda Tudo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❓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457200" y="25603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sabe a diferença entre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estar OCUPADO e ser PRODUTIVO?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Muita gente passa o dia inteiro "estudando"...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 no final percebe que não absorveu quase nada.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1371600" y="4480560"/>
            <a:ext cx="5943600" cy="5486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9" name="Text 6"/>
          <p:cNvSpPr/>
          <p:nvPr/>
        </p:nvSpPr>
        <p:spPr>
          <a:xfrm>
            <a:off x="1371600" y="457200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problema não é você. É o método.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9144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é Hiperfoco?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457200" y="109728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1828800" y="1188720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Estado de concentração tão profunda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você perde a noção do tempo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2103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acontece no cérebro: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57200" y="2560320"/>
            <a:ext cx="3840480" cy="1188720"/>
          </a:xfrm>
          <a:prstGeom prst="rect">
            <a:avLst/>
          </a:prstGeom>
          <a:solidFill>
            <a:srgbClr val="1E293B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26517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Córtex Pré-frontal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48640" y="301752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Assume controle total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(foco e planejamento)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846320" y="2560320"/>
            <a:ext cx="3840480" cy="1188720"/>
          </a:xfrm>
          <a:prstGeom prst="rect">
            <a:avLst/>
          </a:prstGeom>
          <a:solidFill>
            <a:srgbClr val="1E293B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846320" y="26517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Amígdala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37760" y="301752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 "silenciada"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(detecta ameaças/distrações)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40233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Atenção Superficial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57200" y="42976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Corpo presente, mente ausente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114800" y="41148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846320" y="40233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Hiperfoco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846320" y="42976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Atenção total, sem divisão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9144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Equação da Hiperprodutividade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914400" y="1188720"/>
            <a:ext cx="6858000" cy="109728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6" name="Text 3"/>
          <p:cNvSpPr/>
          <p:nvPr/>
        </p:nvSpPr>
        <p:spPr>
          <a:xfrm>
            <a:off x="914400" y="1371600"/>
            <a:ext cx="6858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= Tempo × Intensidade × Estratégia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457200" y="2560320"/>
            <a:ext cx="2743200" cy="164592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463040" y="2743200"/>
            <a:ext cx="731520" cy="73152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9" name="Text 6"/>
          <p:cNvSpPr/>
          <p:nvPr/>
        </p:nvSpPr>
        <p:spPr>
          <a:xfrm>
            <a:off x="1463040" y="288036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457200" y="35661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48640" y="38862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Quantas horas você dedica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337560" y="2560320"/>
            <a:ext cx="2743200" cy="1645920"/>
          </a:xfrm>
          <a:prstGeom prst="rect">
            <a:avLst/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343400" y="2743200"/>
            <a:ext cx="731520" cy="73152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1"/>
          <p:cNvSpPr/>
          <p:nvPr/>
        </p:nvSpPr>
        <p:spPr>
          <a:xfrm>
            <a:off x="4343400" y="288036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3337560" y="35661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INTENSIDADE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429000" y="38862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Seu nível de foco (hiperfoco!)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217920" y="2560320"/>
            <a:ext cx="2743200" cy="1645920"/>
          </a:xfrm>
          <a:prstGeom prst="rect">
            <a:avLst/>
          </a:prstGeom>
          <a:solidFill>
            <a:srgbClr val="1E293B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223760" y="2743200"/>
            <a:ext cx="731520" cy="73152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9" name="Text 16"/>
          <p:cNvSpPr/>
          <p:nvPr/>
        </p:nvSpPr>
        <p:spPr>
          <a:xfrm>
            <a:off x="7223760" y="288036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217920" y="35661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ESTRATÉGIA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309360" y="38862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técnicas que você usa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1371600" y="4480560"/>
            <a:ext cx="5943600" cy="5486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3" name="Text 20"/>
          <p:cNvSpPr/>
          <p:nvPr/>
        </p:nvSpPr>
        <p:spPr>
          <a:xfrm>
            <a:off x="1371600" y="457200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estudar MAIS. É estudar MELHOR.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9144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Dois Modos do Cérebro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188720"/>
            <a:ext cx="3840480" cy="2560320"/>
          </a:xfrm>
          <a:prstGeom prst="rect">
            <a:avLst/>
          </a:prstGeom>
          <a:solidFill>
            <a:srgbClr val="1E293B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137160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457200" y="192024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MODO FOCADO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40080" y="2377440"/>
            <a:ext cx="3474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Atenção direcionada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Concentração intensa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Processamento profundo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Absorve informação nova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46320" y="1188720"/>
            <a:ext cx="3840480" cy="2560320"/>
          </a:xfrm>
          <a:prstGeom prst="rect">
            <a:avLst/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846320" y="137160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4846320" y="192024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MODO DIFUSO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029200" y="2377440"/>
            <a:ext cx="3474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Mente relaxada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Conexões aleatórias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Insights e criatividade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Consolida memórias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4023360"/>
            <a:ext cx="8229600" cy="7315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4" name="Text 11"/>
          <p:cNvSpPr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Ambos são ESSENCIAIS para o aprendizado!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9144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Benefícios do Hiperfoco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188720"/>
            <a:ext cx="822960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258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1554480" y="128016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Retenção Aumentada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554480" y="16916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Informação vai direto para a memória de longo prazo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" y="2377440"/>
            <a:ext cx="822960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25146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⏱️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1554480" y="246888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Tempo, Mais Resultado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554480" y="288036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hora focada vale mais que 3 horas distraídas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57200" y="3566160"/>
            <a:ext cx="822960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37033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😌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1554480" y="365760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Estresse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554480" y="406908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Confiança no método traz paz mental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hiperfoco não é um dom. É uma HABILIDADE que você vai desenvolver.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2C55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9144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 Prática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Autodiagnóstico do Foco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7200" y="1645920"/>
            <a:ext cx="822960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737360"/>
            <a:ext cx="457200" cy="45720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78308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80160" y="16916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Experiência de Hiperfoco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858000" y="16916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280160" y="205740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Descreva uma vez que você focou profundamente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2560320"/>
            <a:ext cx="822960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40080" y="2651760"/>
            <a:ext cx="457200" cy="45720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69748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280160" y="26060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 do Padrão Atual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8580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280160" y="297180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Monitore sua próxima sessão de estudo (escala 1-10)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3474720"/>
            <a:ext cx="822960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40080" y="3566160"/>
            <a:ext cx="457200" cy="45720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" y="361188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80160" y="3520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Identificação de Padrões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858000" y="35204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1280160" y="388620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Quando/onde você foca melhor? O que quebra seu foco?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1828800" y="4480560"/>
            <a:ext cx="5029200" cy="45720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25" name="Text 22"/>
          <p:cNvSpPr/>
          <p:nvPr/>
        </p:nvSpPr>
        <p:spPr>
          <a:xfrm>
            <a:off x="1828800" y="4526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Submeta no Moodle!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74320"/>
            <a:ext cx="9144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Resumo da Aula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731520" y="15544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Hiperfoco = concentração profunda e intencional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731520" y="2103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Resultado = Tempo × Intensidade × Estratégia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31520" y="26517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O cérebro opera em modo focado e modo difuso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31520" y="32004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Ambos os modos são essenciais para aprender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37490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Dominar o hiperfoco traz retenção, eficiência e bem-estar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4297680"/>
            <a:ext cx="8229600" cy="7315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443484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 hiperfoco não é um dom. É uma habilidade que pode ser desenvolvida."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Definindo Hiperfoco e Hiperprodutividade</dc:title>
  <dc:subject>Foco e Produtividade - Aula 2</dc:subject>
  <dc:creator>Educa com Talento</dc:creator>
  <cp:lastModifiedBy>Educa com Talento</cp:lastModifiedBy>
  <cp:revision>1</cp:revision>
  <dcterms:created xsi:type="dcterms:W3CDTF">2025-12-18T18:56:54Z</dcterms:created>
  <dcterms:modified xsi:type="dcterms:W3CDTF">2025-12-18T18:56:54Z</dcterms:modified>
</cp:coreProperties>
</file>