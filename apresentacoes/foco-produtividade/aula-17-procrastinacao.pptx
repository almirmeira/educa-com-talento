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Produtividade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Procrastinação: Entendendo e Superando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psicologia da procrastinação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seu tipo de procrastinador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de superação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Psicologia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Evitação de desconforto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Medo do fracasso (e sucesso)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Perfeccionismo paralisante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clareza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Procrastinador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Perfeccionista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Sonhador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Rebelde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Ansioso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Superação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dos 2 minutos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Temptation bundling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Micro-tarefas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Compromissos públicos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vs. decisão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do dia anterior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 partner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Procrastinação = evitação, não preguiça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Tipos: perfeccionista, sonhador, rebelde, ansioso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2 minutos, bundling, micro-tarefas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Prevenção: planejamento prévio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Dissecando Minha Procrastinação: 3 tarefas adiadas + análise + técnicas + executar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17 -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não precisa estar motivado para começar. Começar te motiva."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17: Procrastinação: Entendendo e Superando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