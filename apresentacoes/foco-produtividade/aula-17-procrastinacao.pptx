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Procrastinação não é preguiça. Não é falta de caráter. Não é falta de vontade. É um mecanismo de evitação de desconforto que todo ser humano tem.
Hoje vamos entender de verdade por que você procrastina - e mais importante, como parar.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Procrastinação não é preguiça. Não é falta de caráter. Não é falta de vontade. É um mecanismo de evitação de desconforto que todo ser humano tem.
Hoje vamos entender de verdade por que você procr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Identifique 3 tarefas que você tem procrastinado
2. Para cada uma, analise:
   - O que estou evitando? (desconforto, medo, perfeccionismo?)
   - Qual o gatilho da procrastinação?
   - O que faço em vez disso?
3. Aplique técnicas: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Procrastinação é humana. O objetivo não é nunca mais procrastinar - é ter ferramentas para sair dela rapidamente quando acontecer.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Produtividade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Procrastinação: Entendendo e Superando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~23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psicologia da procrastinação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Evitação de desconforto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Medo do fracasso (e do sucesso)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Perfeccionismo paralisante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clareza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tipos de procrastinador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Perfeccionista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Sonhador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Rebelde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Ansioso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superação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dos 2 minutos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Temptation bundling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Compromissos públicos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Quebrando em micro-tarefas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vs. Decisão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do dia anterior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 partner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**Identifique** 3 tarefas que você tem procrastinado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**Para cada uma, analise:**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O que estou evitando? (desconforto, medo, perfeccionismo?)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Qual o gatilho da procrastinação?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O que faço em vez disso?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**Aplique técnicas:**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17 -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não precisa estar motivado para começar. Mas frequentemente, começar te motiva.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17: Procrastinação: Entendendo e Superando</dc:title>
  <dc:subject>Foco e Produtividade nos Estudos</dc:subject>
  <dc:creator>Educa com Talento</dc:creator>
  <cp:lastModifiedBy>Educa com Talento</cp:lastModifiedBy>
  <cp:revision>1</cp:revision>
  <dcterms:created xsi:type="dcterms:W3CDTF">2025-12-18T20:33:58Z</dcterms:created>
  <dcterms:modified xsi:type="dcterms:W3CDTF">2025-12-18T20:33:58Z</dcterms:modified>
</cp:coreProperties>
</file>