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1 - Hiperfoco | Bloco: Produtividade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73152" cy="22860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1097280" cy="109728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Procrastinação: Entendendo e Superando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301752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Duração: ~25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Nível: Intermediário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Prático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Objetivos da Aula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a psicologia da procrastinação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seu tipo de procrastinador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técnicas de superação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69680" y="1097280"/>
            <a:ext cx="91440" cy="301752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22860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Psicologia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preguiça - é evitação de desconforto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Medo do fracasso (e do sucesso)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Perfeccionismo paralisante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clareza sobre o quê fazer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4572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4 Tipos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Perfeccionista: se não for perfeito...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Sonhador: ideias mas não ação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Rebelde: resiste a obrigações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Ansioso: paralisia por medo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6858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Superação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dos 2 minutos: só comece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Temptation bundling: una prazer e dever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Micro-tarefas: quebre em pedaços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Compromisso público: conte a alguém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Prevenção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elimina decisões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Planeje no dia anterior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Tenha um accountability partner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9333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Pontos-Chave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097280"/>
            <a:ext cx="54864" cy="3200400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8872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109728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2344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Procrastinação é evitação de desconforto, não preguiça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192024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0574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Tipos: perfeccionista, sonhador, rebelde, ansioso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80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8720" y="274320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8803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Técnicas: 2 minutos, bundling, micro-tarefas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657600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03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88720" y="356616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7033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Prevenção: planejamento + sistemas + accountability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Atividade Prática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oundRect">
            <a:avLst/>
          </a:prstGeom>
          <a:solidFill>
            <a:srgbClr val="2A2A4A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Missão: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Dissecando Minha Procrastinação: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Liste 3 tarefas que está adiando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Para cada: o que estou evitando?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Identifique seu tipo predominante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Aplique: micro-tarefas + 2 minutos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Execute e registre o resultado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64008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Envie na área de atividades do Moodle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17 - Encerramento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2743200" cy="914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822960"/>
            <a:ext cx="2743200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822960"/>
            <a:ext cx="274320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1828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667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não precisa estar motivado para começar. Mas frequentemente, começar te motiva.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384048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3886200"/>
            <a:ext cx="22860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17: Procrastinação: Entendendo e Superando</dc:title>
  <dc:subject>Foco e Produtividade nos Estudos</dc:subject>
  <dc:creator>Educa com Talento</dc:creator>
  <cp:lastModifiedBy>Educa com Talento</cp:lastModifiedBy>
  <cp:revision>1</cp:revision>
  <dcterms:created xsi:type="dcterms:W3CDTF">2025-12-18T20:13:24Z</dcterms:created>
  <dcterms:modified xsi:type="dcterms:W3CDTF">2025-12-18T20:13:24Z</dcterms:modified>
</cp:coreProperties>
</file>