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17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Procrastinação: Entendendo e Superando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psicologia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seu tipo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Psicologia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Evitação de desconforto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Medo do fracasso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Perfeccionismo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clareza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Sonhador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Rebelde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Ansioso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dos 2 minutos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Temptation bundling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Micro-tarefas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Compromissos públicos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vs. decisão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dia anterior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 partner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Procrastinação = evitação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Tipos: perfeccionista, sonhador, rebelde, ansioso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2 min, bundling, micro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Prevenção: planejamento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Dissecar Procrastinação: 3 tarefas + análise + técnicas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17 -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precisa estar motivado. Começar te motiva."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17: Procrastinação: Entendendo e Superando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