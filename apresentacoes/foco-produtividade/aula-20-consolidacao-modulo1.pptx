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1 - Hiperfoco | Fechamento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20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57200" y="21945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Consolidação do Módulo 1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57200" y="3840480"/>
            <a:ext cx="1828800" cy="45720"/>
          </a:xfrm>
          <a:prstGeom prst="rect">
            <a:avLst/>
          </a:prstGeom>
          <a:solidFill>
            <a:srgbClr val="22C55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da Aula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005840" y="1188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Revisar Módulo 1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182880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05840" y="1828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Integrar em sistema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57200" y="246888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005840" y="2468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Preparar para Módulo 2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Fundamentos (1-5)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Hiperfoco é treinável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premissas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direcionado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Equilíbrio estável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Atenção (6-10)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Espaço atencional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Rituais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Interrupções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Memorização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Aprendizagem (11-15)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Leitura ativa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Mapas mentais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Inteligência emocional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Energia, Pomodoro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Integrado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Noite: planejar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Manhã: ritual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Sessões: 45-90 min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Fim: revisão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Pontos-Chave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= base de hiperfoco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7373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17373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Sistema: ambiente + rituais + blocos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2860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22960" y="2286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Próximo: prática consistente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28346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8346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2: Foco Disperso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 Prática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280160"/>
            <a:ext cx="7863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Integrado: revisar + criar diário/semanal + 1 semana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Envie na área de atividades do Moodle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20 - Encerramento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914400" y="1371600"/>
            <a:ext cx="7315200" cy="1645920"/>
          </a:xfrm>
          <a:prstGeom prst="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55448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"Agora você tem conhecimento E ferramentas."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20: Consolidação do Módulo 1</dc:title>
  <dc:subject>Foco e Produtividade nos Estudos</dc:subject>
  <dc:creator>Educa com Talento</dc:creator>
  <cp:lastModifiedBy>Educa com Talento</cp:lastModifiedBy>
  <cp:revision>1</cp:revision>
  <dcterms:created xsi:type="dcterms:W3CDTF">2025-12-18T19:58:59Z</dcterms:created>
  <dcterms:modified xsi:type="dcterms:W3CDTF">2025-12-18T19:58:59Z</dcterms:modified>
</cp:coreProperties>
</file>