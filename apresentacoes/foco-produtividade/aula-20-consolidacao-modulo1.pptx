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Fechamento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 do Módulo 1 - Hiperfoco Integrado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conceitos do Módulo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técnicas em sistema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Preparar para Módulo 2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Revisão: Fundamentos (1-5)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é treinável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premissas da atenção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direcionado vs. seduzido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Equilíbrio estável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Revisão: Atenção (6-10)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atencional (3-4 itens)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de entrada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Gerenciar interrupções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Memorização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Revisão: Aprendizagem (11-15)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ativa (SQ3R)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emocional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e Pomodoro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Integrado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Noite: planejar 3 MITs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Manhã: ritual de entrada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Sessões: 45-90 min foco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Fim: revisão + captura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= base completa de hiperfoco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Sistema: ambiente + rituais + blocos + técnicas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passo: prática consistente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2: Foco Disperso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Meu Sistema Integrado: Revisar atividades + criar sistema diário/semanal + executar 1 semana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20 -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"Você não é a mesma pessoa que começou. Agora tem conhecimento E ferramentas."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20: Consolidação do Módulo 1 - Hiperfoco Integrado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