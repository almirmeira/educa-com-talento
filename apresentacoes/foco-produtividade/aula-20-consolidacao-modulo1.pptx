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1 - Hiperfoco | Fechamento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73152" cy="22860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0" cy="109728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do Módulo 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3774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27432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Duração: ~25 min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Nível: Intermediário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2560320" cy="731520"/>
          </a:xfrm>
          <a:prstGeom prst="round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3611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Prático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Objetivos da Aula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todos os conceitos do Módulo 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Integrar técnicas em sistema único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82296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337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337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Preparar-se para o Módulo 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69680" y="1097280"/>
            <a:ext cx="91440" cy="3017520"/>
          </a:xfrm>
          <a:prstGeom prst="rect">
            <a:avLst/>
          </a:prstGeom>
          <a:solidFill>
            <a:srgbClr val="667EE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2286000" cy="4572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 Fundamentos (1-5)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Hiperfoco é treinável, não dom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premissas da atenção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direcionado vs. seduzido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667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Equilíbrio estável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667E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667E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4572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 Atenção (6-10)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Espaço atencional limitado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 de entrada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Gerenciar interrupções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Memorização é técnica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6858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Revisão: Aprendizagem e Produtividade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ativa (SQ3R)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Mapas mentais e visuais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 e energia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Hábitos e planejamento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37160"/>
            <a:ext cx="548640" cy="54864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 Sistema Integrado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Noite: planejar 3 MITs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972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0972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258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7492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Manhã: ritual de entrada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Sessões: 45-90 min de foco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3931920" cy="777240"/>
          </a:xfrm>
          <a:prstGeom prst="roundRect">
            <a:avLst/>
          </a:prstGeom>
          <a:solidFill>
            <a:srgbClr val="2A2A4A"/>
          </a:solidFill>
          <a:ln w="19050">
            <a:solidFill>
              <a:srgbClr val="933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011680"/>
            <a:ext cx="109728" cy="777240"/>
          </a:xfrm>
          <a:prstGeom prst="rect">
            <a:avLst/>
          </a:prstGeom>
          <a:solidFill>
            <a:srgbClr val="9333EA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22402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33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749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Fim do dia: revisão e captura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686800" y="4114800"/>
            <a:ext cx="457200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4297680"/>
            <a:ext cx="274320" cy="274320"/>
          </a:xfrm>
          <a:prstGeom prst="rect">
            <a:avLst/>
          </a:prstGeom>
          <a:solidFill>
            <a:srgbClr val="2A2A4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Pontos-Chave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097280"/>
            <a:ext cx="54864" cy="3200400"/>
          </a:xfrm>
          <a:prstGeom prst="rect">
            <a:avLst/>
          </a:prstGeom>
          <a:solidFill>
            <a:srgbClr val="3D3D5C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ellipse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34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88720" y="109728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2344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 = base completa de hiperfoco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057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192024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20574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integra: ambiente + rituais + blocos + técnicas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880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88720" y="274320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é sobre prática consistente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657600"/>
            <a:ext cx="457200" cy="457200"/>
          </a:xfrm>
          <a:prstGeom prst="ellipse">
            <a:avLst/>
          </a:prstGeom>
          <a:solidFill>
            <a:srgbClr val="9333E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88720" y="3566160"/>
            <a:ext cx="7498080" cy="64008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933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traz o Foco Disperso (o outro lado)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Atividade Prática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2560320"/>
          </a:xfrm>
          <a:prstGeom prst="roundRect">
            <a:avLst/>
          </a:prstGeom>
          <a:solidFill>
            <a:srgbClr val="2A2A4A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80160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64592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 Missão: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Criando Meu Sistema Integrado: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Revise suas atividades do módulo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Defina seu ritual de entrada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Defina duração dos blocos de foco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Crie seu sistema diário e semanal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Execute por 1 semana e documente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8229600" cy="64008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Envie na área de atividades do Moodle</a:t>
            </a:r>
            <a:endParaRPr lang="en-US" sz="13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20 - Encerramento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27432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822960"/>
            <a:ext cx="2743200" cy="914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0" y="822960"/>
            <a:ext cx="27432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371600"/>
            <a:ext cx="7315200" cy="1828800"/>
          </a:xfrm>
          <a:prstGeom prst="round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667E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é a mesma pessoa que começou este módulo. Agora você tem conhecimento E ferramentas. Use-os.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384048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3886200"/>
            <a:ext cx="22860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20: Consolidação do Módulo 1</dc:title>
  <dc:subject>Foco e Produtividade nos Estudos</dc:subject>
  <dc:creator>Educa com Talento</dc:creator>
  <cp:lastModifiedBy>Educa com Talento</cp:lastModifiedBy>
  <cp:revision>1</cp:revision>
  <dcterms:created xsi:type="dcterms:W3CDTF">2025-12-18T20:13:24Z</dcterms:created>
  <dcterms:modified xsi:type="dcterms:W3CDTF">2025-12-18T20:13:24Z</dcterms:modified>
</cp:coreProperties>
</file>