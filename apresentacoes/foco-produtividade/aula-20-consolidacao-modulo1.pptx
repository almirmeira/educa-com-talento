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Parabéns! Você chegou ao final do Módulo 1. Isso não é pouco. Em 20 aulas, você construiu uma base sólida de conhecimento sobre foco e produtividade.
Mas conhecimento espalhado não ajuda muito. Hoje vamos integrar tudo em um sistema coerente que você pode aplicar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Parabéns! Você chegou ao final do Módulo 1. Isso não é pouco. Em 20 aulas, você construiu uma base sólida de conhecimento sobre foco e produtividade.
Mas conhecimento espalhado não ajuda muito. 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Revise todas as atividades que você fez no módulo
2. Crie seu sistema diário:
   - Ritual de entrada (qual?)
   - Duração dos blocos de foco (quanto?)
   - Pausas (o que fazer?)
   - Técnicas de estudo (quais?)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tem todas as peças. Agora é sobre prática consistente.
No Módulo 2, vamos explorar o outro lado da moeda: o Foco Disperso. Você vai descobrir que relaxar a mente de forma estratégica é tão importante quanto focá-la. Criatividade, insights e consolidação de memória acontecem quando a mente vaga - mas de forma intencional.
Continue praticando o que aprendeu no Módulo 1 enquanto avançamos para novos territórios.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Produtividade (Fechamento)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do Módulo 1 - Hiperfoco Integrado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dos fundamentos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e hiperprodutividade (Aula 2)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4 premissas (Aula 3)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 (Aula 4)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 (Aula 5)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atenção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 (Aula 6)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(Aula 7)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Interrupções (Aula 8)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Ladrões de tempo (Aula 9)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aprendizagem e produtividade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ativa (Aula 11)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(Aula 12)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emocional (Aula 13)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(Aula 14)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seu sistema integrado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Juntando as peças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protocolo diário de foco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sistema semanal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contínuos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**Revise** todas as atividades que você fez no módulo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**Crie seu sistema diário:**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Ritual de entrada (qual?)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Duração dos blocos de foco (quanto?)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Pausas (o que fazer?)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Técnicas de estudo (quais?)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20 -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é a mesma pessoa que começou este módulo. Agora você tem conhecimento E ferramentas. Use-os.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20: Consolidação do Módulo 1 - Hiperfoco Integrado</dc:title>
  <dc:subject>Foco e Produtividade nos Estudos</dc:subject>
  <dc:creator>Educa com Talento</dc:creator>
  <cp:lastModifiedBy>Educa com Talento</cp:lastModifiedBy>
  <cp:revision>1</cp:revision>
  <dcterms:created xsi:type="dcterms:W3CDTF">2025-12-18T20:33:59Z</dcterms:created>
  <dcterms:modified xsi:type="dcterms:W3CDTF">2025-12-18T20:33:59Z</dcterms:modified>
</cp:coreProperties>
</file>