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Maestria | Bloco: Maestria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Mindfulness e Meditação para Foco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mindfulness cientificamente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Aprender técnicas práticas de meditação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hábito consistente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Mindfulness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plena ao momento presente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"esvaziar a mente"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Neuroplasticidade comprovada cientificamente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Benefícios Comprovados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Fortalece o "músculo" da atenção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Reduz ansiedade e ruminação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Melhora regulação emocional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Aumenta metacognição (perceber distração)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Práticas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Meditação de respiração (básica)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scan (varredura corporal)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plena nas atividades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Mini-práticas ao longo do dia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Construindo o Hábito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Comece com apenas 5 minutos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Consistência supera duração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horário todo dia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Apps: Headspace, Calm, Insight Timer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9333EA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Mindfulness = atenção plena, baseada em ciência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Literalmente fortalece áreas cerebrais de foco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básica: foco na respiração, retornar sem julgar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Comece com 5 min/dia - consistência é tudo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Dias de Mindfulness: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Comprometa-se com 5 min diários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Mesmo horário todo dia (manhã funciona bem)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Registre: conseguiu? Observações?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Na semana 3: aumente para 10 minutos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Reflexão: mudou algo na capacidade de foco?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26 -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Meditar não é parar de pensar. É perceber que você está pensando e gentilmente voltar.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26: Mindfulness e Meditação para Foco</dc:title>
  <dc:subject>Foco e Produtividade nos Estudos</dc:subject>
  <dc:creator>Educa com Talento</dc:creator>
  <cp:lastModifiedBy>Educa com Talento</cp:lastModifiedBy>
  <cp:revision>1</cp:revision>
  <dcterms:created xsi:type="dcterms:W3CDTF">2025-12-18T20:13:25Z</dcterms:created>
  <dcterms:modified xsi:type="dcterms:W3CDTF">2025-12-18T20:13:25Z</dcterms:modified>
</cp:coreProperties>
</file>