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Mindfulness pode soar como algo esotérico, mas é pura ciência. Décadas de pesquisa mostram que a prática regular de atenção plena literalmente muda a estrutura do cérebro - aumentando áreas ligadas ao foco e reduzindo áreas ligadas ao estresse.
Se você quer maestria em foco, mindfulness não é opcional. É treinamento mental.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Mindfulness pode soar como algo esotérico, mas é pura ciência. Décadas de pesquisa mostram que a prática regular de atenção plena literalmente muda a estrutura do cérebro - aumentando áreas ligada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Comprometa-se com 5 minutos diários por 21 dias
2. Registre diariamente:
   - Conseguiu fazer? (S/N)
   - Duração real
   - Observações (como se sentiu, dificuldades)
3. Na semana 3: Aumente para 10 minutos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Mindfulness é como academia para sua mente. Não espere resultados em uma semana. Mas com prática consistente, você vai notar diferença significativa em sua capacidade de foco e em seu bem-estar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2 - Foco Disperso e Maestria | Bloco: Maestria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Mindfulness e Meditação para Foco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~22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mindfulness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Definição: atenção plena ao presente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 (não é "esvaziar a mente")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ciência por trás (neuroplasticidade)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para foco e estudo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Fortalece o "músculo" da atenção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Reduz ansiedade e ruminação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Melhora regulação emocional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Aumenta metacognição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Meditação de respiração (básica)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scan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plena nas atividades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Mini-práticas ao longo do dia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o hábito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Começando com 5 minutos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Consistência &gt; duração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e recursos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 na rotina de estudo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**Comprometa-se** com 5 minutos diários por 21 dias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**Registre diariamente:**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Conseguiu fazer? (S/N)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Duração real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Observações (como se sentiu, dificuldades)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**Na semana 3:** Aumente para 10 minutos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26 -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Meditar não é parar de pensar. É perceber que você está pensando.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26: Mindfulness e Meditação para Foco</dc:title>
  <dc:subject>Foco e Produtividade nos Estudos</dc:subject>
  <dc:creator>Educa com Talento</dc:creator>
  <cp:lastModifiedBy>Educa com Talento</cp:lastModifiedBy>
  <cp:revision>1</cp:revision>
  <dcterms:created xsi:type="dcterms:W3CDTF">2025-12-18T20:34:04Z</dcterms:created>
  <dcterms:modified xsi:type="dcterms:W3CDTF">2025-12-18T20:34:04Z</dcterms:modified>
</cp:coreProperties>
</file>