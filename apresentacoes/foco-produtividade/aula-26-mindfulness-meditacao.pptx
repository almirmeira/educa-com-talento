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Maestria | Bloco: Maestria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Mindfulness e Meditação para Foco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mindfulness cientificamente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técnicas práticas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hábito de meditação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Mindfulness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plena ao presente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"esvaziar a mente"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Neuroplasticidade comprovada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atenção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ansiedade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 regulação emocional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 metacognição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Práticas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Meditação de respiração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scan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plena nas atividades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Mini-práticas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Construindo o Hábito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com 5 minutos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 &gt; duração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Apps: Headspace, Calm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horário todo dia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Mindfulness = atenção plena, baseada em ciência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literalmente áreas de foco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Prática: foco na respiração, retornar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5 min/dia, consistência é tudo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Dias de Mindfulness: 5 min diários + registrar + aumentar para 10 min + reflexão final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26 - Encerramento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"Meditar não é parar de pensar. É perceber que você está pensando."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26: Mindfulness e Meditação para Foco</dc:title>
  <dc:subject>Foco e Produtividade nos Estudos</dc:subject>
  <dc:creator>Educa com Talento</dc:creator>
  <cp:lastModifiedBy>Educa com Talento</cp:lastModifiedBy>
  <cp:revision>1</cp:revision>
  <dcterms:created xsi:type="dcterms:W3CDTF">2025-12-18T19:08:05Z</dcterms:created>
  <dcterms:modified xsi:type="dcterms:W3CDTF">2025-12-18T19:08:05Z</dcterms:modified>
</cp:coreProperties>
</file>