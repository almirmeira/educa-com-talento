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Maestria | Bloco: Maestria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26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Mindfulness e Meditação para Foco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mindfulness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técnicas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hábito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plena ao presente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esvaziar mente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Neuroplasticidade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Benefícios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Fortalece atenção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Reduz ansiedade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Regulação emocional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Metacognição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Meditação de respiração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scan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nas atividades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Mini-práticas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Hábito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Comece 5 minutos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Consistência &gt; duração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Apps: Headspace, Calm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horário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Mindfulness = atenção plena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Fortalece áreas de foco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na respiração, retornar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min/dia, consistência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Dias Mindfulness: 5 min + registrar + 10 min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26 -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"Meditar é perceber que você está pensando."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26: Mindfulness e Meditação para Foco</dc:title>
  <dc:subject>Foco e Produtividade nos Estudos</dc:subject>
  <dc:creator>Educa com Talento</dc:creator>
  <cp:lastModifiedBy>Educa com Talento</cp:lastModifiedBy>
  <cp:revision>1</cp:revision>
  <dcterms:created xsi:type="dcterms:W3CDTF">2025-12-18T19:59:00Z</dcterms:created>
  <dcterms:modified xsi:type="dcterms:W3CDTF">2025-12-18T19:59:00Z</dcterms:modified>
</cp:coreProperties>
</file>